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5943600" cy="5724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803" userDrawn="1">
          <p15:clr>
            <a:srgbClr val="A4A3A4"/>
          </p15:clr>
        </p15:guide>
        <p15:guide id="4" pos="81" userDrawn="1">
          <p15:clr>
            <a:srgbClr val="A4A3A4"/>
          </p15:clr>
        </p15:guide>
        <p15:guide id="5" pos="3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80"/>
    <p:restoredTop sz="94694"/>
  </p:normalViewPr>
  <p:slideViewPr>
    <p:cSldViewPr snapToGrid="0">
      <p:cViewPr varScale="1">
        <p:scale>
          <a:sx n="140" d="100"/>
          <a:sy n="140" d="100"/>
        </p:scale>
        <p:origin x="2208" y="184"/>
      </p:cViewPr>
      <p:guideLst>
        <p:guide orient="horz" pos="1803"/>
        <p:guide pos="81"/>
        <p:guide pos="3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7C765-3703-4B40-B9E2-AD0FA045E94B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7213" y="1143000"/>
            <a:ext cx="3203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79E59C-07DE-8E43-BCB0-A2CA82D5F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079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1pPr>
    <a:lvl2pPr marL="280035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2pPr>
    <a:lvl3pPr marL="560070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3pPr>
    <a:lvl4pPr marL="840105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4pPr>
    <a:lvl5pPr marL="1120140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5pPr>
    <a:lvl6pPr marL="1400175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6pPr>
    <a:lvl7pPr marL="1680210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7pPr>
    <a:lvl8pPr marL="1960245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8pPr>
    <a:lvl9pPr marL="2240280" algn="l" defTabSz="560070" rtl="0" eaLnBrk="1" latinLnBrk="0" hangingPunct="1">
      <a:defRPr sz="735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827213" y="1143000"/>
            <a:ext cx="3203575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9E59C-07DE-8E43-BCB0-A2CA82D5FF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11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4851A-E264-57CB-A804-23479E02E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B8D15-2421-BE26-C94C-8341A5A2B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827213" y="1143000"/>
            <a:ext cx="32035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470CD-229A-E6F6-50A7-55AAEC2C9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51F70-475C-BE52-765D-B802698309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C79E59C-07DE-8E43-BCB0-A2CA82D5FF5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9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5770" y="936861"/>
            <a:ext cx="5052060" cy="1992983"/>
          </a:xfrm>
        </p:spPr>
        <p:txBody>
          <a:bodyPr anchor="b"/>
          <a:lstStyle>
            <a:lvl1pPr algn="ctr"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3006701"/>
            <a:ext cx="4457700" cy="1382101"/>
          </a:xfrm>
        </p:spPr>
        <p:txBody>
          <a:bodyPr/>
          <a:lstStyle>
            <a:lvl1pPr marL="0" indent="0" algn="ctr">
              <a:buNone/>
              <a:defRPr sz="1560"/>
            </a:lvl1pPr>
            <a:lvl2pPr marL="297180" indent="0" algn="ctr">
              <a:buNone/>
              <a:defRPr sz="1300"/>
            </a:lvl2pPr>
            <a:lvl3pPr marL="594360" indent="0" algn="ctr">
              <a:buNone/>
              <a:defRPr sz="1170"/>
            </a:lvl3pPr>
            <a:lvl4pPr marL="891540" indent="0" algn="ctr">
              <a:buNone/>
              <a:defRPr sz="1040"/>
            </a:lvl4pPr>
            <a:lvl5pPr marL="1188720" indent="0" algn="ctr">
              <a:buNone/>
              <a:defRPr sz="1040"/>
            </a:lvl5pPr>
            <a:lvl6pPr marL="1485900" indent="0" algn="ctr">
              <a:buNone/>
              <a:defRPr sz="1040"/>
            </a:lvl6pPr>
            <a:lvl7pPr marL="1783080" indent="0" algn="ctr">
              <a:buNone/>
              <a:defRPr sz="1040"/>
            </a:lvl7pPr>
            <a:lvl8pPr marL="2080260" indent="0" algn="ctr">
              <a:buNone/>
              <a:defRPr sz="1040"/>
            </a:lvl8pPr>
            <a:lvl9pPr marL="2377440" indent="0" algn="ctr">
              <a:buNone/>
              <a:defRPr sz="10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763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040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5527" y="1427158"/>
            <a:ext cx="5126355" cy="2381243"/>
          </a:xfrm>
        </p:spPr>
        <p:txBody>
          <a:bodyPr anchor="b"/>
          <a:lstStyle>
            <a:lvl1pPr>
              <a:defRPr sz="3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5527" y="3830928"/>
            <a:ext cx="5126355" cy="1252239"/>
          </a:xfrm>
        </p:spPr>
        <p:txBody>
          <a:bodyPr/>
          <a:lstStyle>
            <a:lvl1pPr marL="0" indent="0">
              <a:buNone/>
              <a:defRPr sz="1560">
                <a:solidFill>
                  <a:schemeClr val="tx1">
                    <a:tint val="82000"/>
                  </a:schemeClr>
                </a:solidFill>
              </a:defRPr>
            </a:lvl1pPr>
            <a:lvl2pPr marL="297180" indent="0">
              <a:buNone/>
              <a:defRPr sz="1300">
                <a:solidFill>
                  <a:schemeClr val="tx1">
                    <a:tint val="82000"/>
                  </a:schemeClr>
                </a:solidFill>
              </a:defRPr>
            </a:lvl2pPr>
            <a:lvl3pPr marL="594360" indent="0">
              <a:buNone/>
              <a:defRPr sz="1170">
                <a:solidFill>
                  <a:schemeClr val="tx1">
                    <a:tint val="82000"/>
                  </a:schemeClr>
                </a:solidFill>
              </a:defRPr>
            </a:lvl3pPr>
            <a:lvl4pPr marL="8915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4pPr>
            <a:lvl5pPr marL="118872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5pPr>
            <a:lvl6pPr marL="148590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6pPr>
            <a:lvl7pPr marL="178308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7pPr>
            <a:lvl8pPr marL="208026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8pPr>
            <a:lvl9pPr marL="2377440" indent="0">
              <a:buNone/>
              <a:defRPr sz="10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4306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8623" y="1523890"/>
            <a:ext cx="2526030" cy="3632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08948" y="1523890"/>
            <a:ext cx="2526030" cy="36321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876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04779"/>
            <a:ext cx="5126355" cy="11064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9397" y="1403304"/>
            <a:ext cx="2514421" cy="687738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9397" y="2091042"/>
            <a:ext cx="2514421" cy="3075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08948" y="1403304"/>
            <a:ext cx="2526804" cy="687738"/>
          </a:xfrm>
        </p:spPr>
        <p:txBody>
          <a:bodyPr anchor="b"/>
          <a:lstStyle>
            <a:lvl1pPr marL="0" indent="0">
              <a:buNone/>
              <a:defRPr sz="1560" b="1"/>
            </a:lvl1pPr>
            <a:lvl2pPr marL="297180" indent="0">
              <a:buNone/>
              <a:defRPr sz="1300" b="1"/>
            </a:lvl2pPr>
            <a:lvl3pPr marL="594360" indent="0">
              <a:buNone/>
              <a:defRPr sz="1170" b="1"/>
            </a:lvl3pPr>
            <a:lvl4pPr marL="891540" indent="0">
              <a:buNone/>
              <a:defRPr sz="1040" b="1"/>
            </a:lvl4pPr>
            <a:lvl5pPr marL="1188720" indent="0">
              <a:buNone/>
              <a:defRPr sz="1040" b="1"/>
            </a:lvl5pPr>
            <a:lvl6pPr marL="1485900" indent="0">
              <a:buNone/>
              <a:defRPr sz="1040" b="1"/>
            </a:lvl6pPr>
            <a:lvl7pPr marL="1783080" indent="0">
              <a:buNone/>
              <a:defRPr sz="1040" b="1"/>
            </a:lvl7pPr>
            <a:lvl8pPr marL="2080260" indent="0">
              <a:buNone/>
              <a:defRPr sz="1040" b="1"/>
            </a:lvl8pPr>
            <a:lvl9pPr marL="2377440" indent="0">
              <a:buNone/>
              <a:defRPr sz="10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08948" y="2091042"/>
            <a:ext cx="2526804" cy="30756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9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19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1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81635"/>
            <a:ext cx="1916966" cy="1335723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6804" y="824227"/>
            <a:ext cx="3008948" cy="4068123"/>
          </a:xfrm>
        </p:spPr>
        <p:txBody>
          <a:bodyPr/>
          <a:lstStyle>
            <a:lvl1pPr>
              <a:defRPr sz="2080"/>
            </a:lvl1pPr>
            <a:lvl2pPr>
              <a:defRPr sz="1820"/>
            </a:lvl2pPr>
            <a:lvl3pPr>
              <a:defRPr sz="156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717358"/>
            <a:ext cx="1916966" cy="3181617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5017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9397" y="381635"/>
            <a:ext cx="1916966" cy="1335723"/>
          </a:xfrm>
        </p:spPr>
        <p:txBody>
          <a:bodyPr anchor="b"/>
          <a:lstStyle>
            <a:lvl1pPr>
              <a:defRPr sz="20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26804" y="824227"/>
            <a:ext cx="3008948" cy="4068123"/>
          </a:xfrm>
        </p:spPr>
        <p:txBody>
          <a:bodyPr anchor="t"/>
          <a:lstStyle>
            <a:lvl1pPr marL="0" indent="0">
              <a:buNone/>
              <a:defRPr sz="2080"/>
            </a:lvl1pPr>
            <a:lvl2pPr marL="297180" indent="0">
              <a:buNone/>
              <a:defRPr sz="1820"/>
            </a:lvl2pPr>
            <a:lvl3pPr marL="594360" indent="0">
              <a:buNone/>
              <a:defRPr sz="1560"/>
            </a:lvl3pPr>
            <a:lvl4pPr marL="891540" indent="0">
              <a:buNone/>
              <a:defRPr sz="1300"/>
            </a:lvl4pPr>
            <a:lvl5pPr marL="1188720" indent="0">
              <a:buNone/>
              <a:defRPr sz="1300"/>
            </a:lvl5pPr>
            <a:lvl6pPr marL="1485900" indent="0">
              <a:buNone/>
              <a:defRPr sz="1300"/>
            </a:lvl6pPr>
            <a:lvl7pPr marL="1783080" indent="0">
              <a:buNone/>
              <a:defRPr sz="1300"/>
            </a:lvl7pPr>
            <a:lvl8pPr marL="2080260" indent="0">
              <a:buNone/>
              <a:defRPr sz="1300"/>
            </a:lvl8pPr>
            <a:lvl9pPr marL="2377440" indent="0">
              <a:buNone/>
              <a:defRPr sz="13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97" y="1717358"/>
            <a:ext cx="1916966" cy="3181617"/>
          </a:xfrm>
        </p:spPr>
        <p:txBody>
          <a:bodyPr/>
          <a:lstStyle>
            <a:lvl1pPr marL="0" indent="0">
              <a:buNone/>
              <a:defRPr sz="1040"/>
            </a:lvl1pPr>
            <a:lvl2pPr marL="297180" indent="0">
              <a:buNone/>
              <a:defRPr sz="910"/>
            </a:lvl2pPr>
            <a:lvl3pPr marL="594360" indent="0">
              <a:buNone/>
              <a:defRPr sz="780"/>
            </a:lvl3pPr>
            <a:lvl4pPr marL="891540" indent="0">
              <a:buNone/>
              <a:defRPr sz="650"/>
            </a:lvl4pPr>
            <a:lvl5pPr marL="1188720" indent="0">
              <a:buNone/>
              <a:defRPr sz="650"/>
            </a:lvl5pPr>
            <a:lvl6pPr marL="1485900" indent="0">
              <a:buNone/>
              <a:defRPr sz="650"/>
            </a:lvl6pPr>
            <a:lvl7pPr marL="1783080" indent="0">
              <a:buNone/>
              <a:defRPr sz="650"/>
            </a:lvl7pPr>
            <a:lvl8pPr marL="2080260" indent="0">
              <a:buNone/>
              <a:defRPr sz="650"/>
            </a:lvl8pPr>
            <a:lvl9pPr marL="2377440" indent="0">
              <a:buNone/>
              <a:defRPr sz="6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730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021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3389" y="304778"/>
            <a:ext cx="1281589" cy="48512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08623" y="304778"/>
            <a:ext cx="3770471" cy="48512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529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08623" y="304779"/>
            <a:ext cx="5126355" cy="11064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8623" y="1523890"/>
            <a:ext cx="5126355" cy="36321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8622" y="5305788"/>
            <a:ext cx="1337310" cy="3047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F93016-1C79-0647-B2D2-D08E685F0649}" type="datetimeFigureOut">
              <a:rPr lang="en-US" smtClean="0"/>
              <a:t>12/5/25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68818" y="5305788"/>
            <a:ext cx="2005965" cy="3047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197668" y="5305788"/>
            <a:ext cx="1337310" cy="3047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5376D-C978-BE45-B263-0DA70119EE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594360" rtl="0" eaLnBrk="1" latinLnBrk="0" hangingPunct="1">
        <a:lnSpc>
          <a:spcPct val="90000"/>
        </a:lnSpc>
        <a:spcBef>
          <a:spcPct val="0"/>
        </a:spcBef>
        <a:buNone/>
        <a:defRPr sz="28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8590" indent="-148590" algn="l" defTabSz="59436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1820" kern="1200">
          <a:solidFill>
            <a:schemeClr val="tx1"/>
          </a:solidFill>
          <a:latin typeface="+mn-lt"/>
          <a:ea typeface="+mn-ea"/>
          <a:cs typeface="+mn-cs"/>
        </a:defRPr>
      </a:lvl1pPr>
      <a:lvl2pPr marL="4457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56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0401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33731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63449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93167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22885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526030" indent="-148590" algn="l" defTabSz="594360" rtl="0" eaLnBrk="1" latinLnBrk="0" hangingPunct="1">
        <a:lnSpc>
          <a:spcPct val="90000"/>
        </a:lnSpc>
        <a:spcBef>
          <a:spcPts val="325"/>
        </a:spcBef>
        <a:buFont typeface="Arial" panose="020B0604020202020204" pitchFamily="34" charset="0"/>
        <a:buChar char="•"/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1pPr>
      <a:lvl2pPr marL="2971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2pPr>
      <a:lvl3pPr marL="5943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3pPr>
      <a:lvl4pPr marL="8915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5pPr>
      <a:lvl6pPr marL="148590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6pPr>
      <a:lvl7pPr marL="178308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7pPr>
      <a:lvl8pPr marL="208026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algn="l" defTabSz="594360" rtl="0" eaLnBrk="1" latinLnBrk="0" hangingPunct="1">
        <a:defRPr sz="11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6481C501-718A-479B-8AC3-E9D08C1E5F2C}"/>
              </a:ext>
            </a:extLst>
          </p:cNvPr>
          <p:cNvGrpSpPr/>
          <p:nvPr/>
        </p:nvGrpSpPr>
        <p:grpSpPr>
          <a:xfrm>
            <a:off x="-817728" y="-368172"/>
            <a:ext cx="5622878" cy="3309074"/>
            <a:chOff x="2596405" y="1350161"/>
            <a:chExt cx="5622878" cy="3309074"/>
          </a:xfrm>
        </p:grpSpPr>
        <p:pic>
          <p:nvPicPr>
            <p:cNvPr id="5" name="Picture 4" descr="A map of the world&#10;&#10;AI-generated content may be incorrect.">
              <a:extLst>
                <a:ext uri="{FF2B5EF4-FFF2-40B4-BE49-F238E27FC236}">
                  <a16:creationId xmlns:a16="http://schemas.microsoft.com/office/drawing/2014/main" id="{511B258D-E32A-B8A0-B07A-E90244D6B29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7205" t="14048" r="20451" b="16912"/>
            <a:stretch>
              <a:fillRect/>
            </a:stretch>
          </p:blipFill>
          <p:spPr>
            <a:xfrm>
              <a:off x="2596405" y="1350161"/>
              <a:ext cx="5622878" cy="3309074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EF4DAC3-C39F-52BD-A521-2EC090C936CD}"/>
                </a:ext>
              </a:extLst>
            </p:cNvPr>
            <p:cNvSpPr/>
            <p:nvPr/>
          </p:nvSpPr>
          <p:spPr>
            <a:xfrm>
              <a:off x="5333999" y="2292252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481EDD0-CAC9-E874-B8FC-1235E9306CD1}"/>
                </a:ext>
              </a:extLst>
            </p:cNvPr>
            <p:cNvSpPr/>
            <p:nvPr/>
          </p:nvSpPr>
          <p:spPr>
            <a:xfrm>
              <a:off x="5922606" y="2244716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F3144A8-ECE0-EB25-7B47-800CA4E22360}"/>
                </a:ext>
              </a:extLst>
            </p:cNvPr>
            <p:cNvSpPr/>
            <p:nvPr/>
          </p:nvSpPr>
          <p:spPr>
            <a:xfrm>
              <a:off x="4445788" y="2222539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9C93240E-6537-E4BE-CFF3-0713BC864D79}"/>
                </a:ext>
              </a:extLst>
            </p:cNvPr>
            <p:cNvSpPr/>
            <p:nvPr/>
          </p:nvSpPr>
          <p:spPr>
            <a:xfrm>
              <a:off x="3862668" y="2243218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F80B522D-7413-04DE-F5B5-1F04C3562111}"/>
                </a:ext>
              </a:extLst>
            </p:cNvPr>
            <p:cNvSpPr/>
            <p:nvPr/>
          </p:nvSpPr>
          <p:spPr>
            <a:xfrm>
              <a:off x="3494109" y="2202252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7B1B21B-419D-5D53-0235-D30CD71C6723}"/>
                </a:ext>
              </a:extLst>
            </p:cNvPr>
            <p:cNvSpPr/>
            <p:nvPr/>
          </p:nvSpPr>
          <p:spPr>
            <a:xfrm>
              <a:off x="5094662" y="2139148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4D65FC9-B9DD-0820-211D-5E8F0DB7113B}"/>
                </a:ext>
              </a:extLst>
            </p:cNvPr>
            <p:cNvSpPr/>
            <p:nvPr/>
          </p:nvSpPr>
          <p:spPr>
            <a:xfrm>
              <a:off x="7818816" y="3789474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5555165-2CCF-EB53-CF4F-9A9B72F3CBE8}"/>
                </a:ext>
              </a:extLst>
            </p:cNvPr>
            <p:cNvSpPr/>
            <p:nvPr/>
          </p:nvSpPr>
          <p:spPr>
            <a:xfrm>
              <a:off x="4674769" y="2512932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36BAC82-4505-422E-87EC-291CCE377AD3}"/>
                </a:ext>
              </a:extLst>
            </p:cNvPr>
            <p:cNvSpPr/>
            <p:nvPr/>
          </p:nvSpPr>
          <p:spPr>
            <a:xfrm>
              <a:off x="4761786" y="2297202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b="1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8B97C89-02F3-988D-3F92-28A628F3252D}"/>
                </a:ext>
              </a:extLst>
            </p:cNvPr>
            <p:cNvSpPr/>
            <p:nvPr/>
          </p:nvSpPr>
          <p:spPr>
            <a:xfrm>
              <a:off x="3519179" y="2792830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8ED0221-A340-5439-4C9D-D1D92E23B6F6}"/>
                </a:ext>
              </a:extLst>
            </p:cNvPr>
            <p:cNvSpPr txBox="1"/>
            <p:nvPr/>
          </p:nvSpPr>
          <p:spPr>
            <a:xfrm>
              <a:off x="3441505" y="2759719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1F3DD45D-9CEA-7F6D-81B8-03E69B4BD6F1}"/>
                </a:ext>
              </a:extLst>
            </p:cNvPr>
            <p:cNvSpPr/>
            <p:nvPr/>
          </p:nvSpPr>
          <p:spPr>
            <a:xfrm>
              <a:off x="5547619" y="2064716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EB3E5C0B-FF28-57E6-EBAC-C50C97E768EC}"/>
                </a:ext>
              </a:extLst>
            </p:cNvPr>
            <p:cNvSpPr/>
            <p:nvPr/>
          </p:nvSpPr>
          <p:spPr>
            <a:xfrm>
              <a:off x="4053800" y="2597685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8F5594B-4A38-E15A-2A54-28362096CC63}"/>
                </a:ext>
              </a:extLst>
            </p:cNvPr>
            <p:cNvSpPr/>
            <p:nvPr/>
          </p:nvSpPr>
          <p:spPr>
            <a:xfrm>
              <a:off x="4507095" y="2638662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D1DA893-4BB6-082F-3A86-FCA8B4590ABE}"/>
                </a:ext>
              </a:extLst>
            </p:cNvPr>
            <p:cNvSpPr txBox="1"/>
            <p:nvPr/>
          </p:nvSpPr>
          <p:spPr>
            <a:xfrm>
              <a:off x="3974300" y="2564574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D1BE01A-6917-39BD-7C7E-675503231BCD}"/>
                </a:ext>
              </a:extLst>
            </p:cNvPr>
            <p:cNvSpPr txBox="1"/>
            <p:nvPr/>
          </p:nvSpPr>
          <p:spPr>
            <a:xfrm>
              <a:off x="5469945" y="2036184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9F62DB8-04D6-A050-2FFD-D0916E040892}"/>
                </a:ext>
              </a:extLst>
            </p:cNvPr>
            <p:cNvSpPr/>
            <p:nvPr/>
          </p:nvSpPr>
          <p:spPr>
            <a:xfrm>
              <a:off x="3642850" y="2480453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5425E00-A2C4-037F-BF5A-0E90F878DDB1}"/>
                </a:ext>
              </a:extLst>
            </p:cNvPr>
            <p:cNvSpPr txBox="1"/>
            <p:nvPr/>
          </p:nvSpPr>
          <p:spPr>
            <a:xfrm>
              <a:off x="3565125" y="2447875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13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FF4A16D-CCDB-BCB6-03F1-B08301B90453}"/>
                </a:ext>
              </a:extLst>
            </p:cNvPr>
            <p:cNvSpPr/>
            <p:nvPr/>
          </p:nvSpPr>
          <p:spPr>
            <a:xfrm>
              <a:off x="7432996" y="2672360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CA8EE23-F00F-9586-7897-B380F2378594}"/>
                </a:ext>
              </a:extLst>
            </p:cNvPr>
            <p:cNvSpPr txBox="1"/>
            <p:nvPr/>
          </p:nvSpPr>
          <p:spPr>
            <a:xfrm>
              <a:off x="7355322" y="263222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5B5F4FC1-BA90-B7A4-AEA9-AE0D5DC311EF}"/>
                </a:ext>
              </a:extLst>
            </p:cNvPr>
            <p:cNvSpPr/>
            <p:nvPr/>
          </p:nvSpPr>
          <p:spPr>
            <a:xfrm>
              <a:off x="4836103" y="2777685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9D87804-EEBE-9032-834E-0B8C57A8F633}"/>
                </a:ext>
              </a:extLst>
            </p:cNvPr>
            <p:cNvSpPr txBox="1"/>
            <p:nvPr/>
          </p:nvSpPr>
          <p:spPr>
            <a:xfrm>
              <a:off x="4426438" y="260555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895AFE8-207B-22C2-D796-124BEE342186}"/>
                </a:ext>
              </a:extLst>
            </p:cNvPr>
            <p:cNvSpPr/>
            <p:nvPr/>
          </p:nvSpPr>
          <p:spPr>
            <a:xfrm>
              <a:off x="4106430" y="2132539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20B36AC-04E9-3B1C-9DEF-2746CA14FDA1}"/>
                </a:ext>
              </a:extLst>
            </p:cNvPr>
            <p:cNvSpPr txBox="1"/>
            <p:nvPr/>
          </p:nvSpPr>
          <p:spPr>
            <a:xfrm>
              <a:off x="4029032" y="2099428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01E9199F-A85E-364C-D037-3318E7E0FA61}"/>
                </a:ext>
              </a:extLst>
            </p:cNvPr>
            <p:cNvSpPr/>
            <p:nvPr/>
          </p:nvSpPr>
          <p:spPr>
            <a:xfrm>
              <a:off x="5803099" y="2479787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C442AD-4516-A7E6-3C38-595B758A4FED}"/>
                </a:ext>
              </a:extLst>
            </p:cNvPr>
            <p:cNvSpPr txBox="1"/>
            <p:nvPr/>
          </p:nvSpPr>
          <p:spPr>
            <a:xfrm>
              <a:off x="5726735" y="2448187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17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1F93250B-7A6F-F6C2-4676-4EEA9D4DE11A}"/>
                </a:ext>
              </a:extLst>
            </p:cNvPr>
            <p:cNvSpPr/>
            <p:nvPr/>
          </p:nvSpPr>
          <p:spPr>
            <a:xfrm>
              <a:off x="6805362" y="2369932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998D465-7479-2B3E-5B4C-71E28B997BE3}"/>
                </a:ext>
              </a:extLst>
            </p:cNvPr>
            <p:cNvSpPr txBox="1"/>
            <p:nvPr/>
          </p:nvSpPr>
          <p:spPr>
            <a:xfrm>
              <a:off x="6725732" y="2333197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EE7D773-3C21-72F0-CCBF-6FE547CEE62F}"/>
                </a:ext>
              </a:extLst>
            </p:cNvPr>
            <p:cNvSpPr/>
            <p:nvPr/>
          </p:nvSpPr>
          <p:spPr>
            <a:xfrm>
              <a:off x="4246438" y="3025298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85B2C6A-5AF2-D854-0BBD-361AB75B9A43}"/>
                </a:ext>
              </a:extLst>
            </p:cNvPr>
            <p:cNvSpPr txBox="1"/>
            <p:nvPr/>
          </p:nvSpPr>
          <p:spPr>
            <a:xfrm>
              <a:off x="4171747" y="2999216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19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0ABAD543-3DE3-633C-3A0C-8CA55DD94537}"/>
                </a:ext>
              </a:extLst>
            </p:cNvPr>
            <p:cNvSpPr/>
            <p:nvPr/>
          </p:nvSpPr>
          <p:spPr>
            <a:xfrm>
              <a:off x="6992908" y="2639184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C9B5B2E-F744-B7C0-7F1E-2AB07E641BA8}"/>
                </a:ext>
              </a:extLst>
            </p:cNvPr>
            <p:cNvSpPr txBox="1"/>
            <p:nvPr/>
          </p:nvSpPr>
          <p:spPr>
            <a:xfrm>
              <a:off x="6918591" y="2605551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623F9403-7EAE-F9F5-5615-B9DF78AF414A}"/>
                </a:ext>
              </a:extLst>
            </p:cNvPr>
            <p:cNvSpPr/>
            <p:nvPr/>
          </p:nvSpPr>
          <p:spPr>
            <a:xfrm>
              <a:off x="4069268" y="2377850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02EA153-A2C9-DB00-EF39-461AEF5F9C64}"/>
                </a:ext>
              </a:extLst>
            </p:cNvPr>
            <p:cNvSpPr txBox="1"/>
            <p:nvPr/>
          </p:nvSpPr>
          <p:spPr>
            <a:xfrm>
              <a:off x="3990626" y="2339637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7ADABDED-C904-0A9E-4FA1-948AC97FD8A6}"/>
                </a:ext>
              </a:extLst>
            </p:cNvPr>
            <p:cNvSpPr txBox="1"/>
            <p:nvPr/>
          </p:nvSpPr>
          <p:spPr>
            <a:xfrm>
              <a:off x="4761412" y="2744574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22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78D3517-947E-D3FA-B38E-A2051719E2DA}"/>
                </a:ext>
              </a:extLst>
            </p:cNvPr>
            <p:cNvSpPr/>
            <p:nvPr/>
          </p:nvSpPr>
          <p:spPr>
            <a:xfrm>
              <a:off x="7330980" y="2297202"/>
              <a:ext cx="180000" cy="180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C80798F-A0FF-9587-47F3-33CDAB6455C6}"/>
                </a:ext>
              </a:extLst>
            </p:cNvPr>
            <p:cNvSpPr txBox="1"/>
            <p:nvPr/>
          </p:nvSpPr>
          <p:spPr>
            <a:xfrm>
              <a:off x="7253644" y="2261463"/>
              <a:ext cx="32573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b="1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23</a:t>
              </a: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B64C15E-2A20-A7EB-DC49-5D01293B652E}"/>
                </a:ext>
              </a:extLst>
            </p:cNvPr>
            <p:cNvCxnSpPr>
              <a:cxnSpLocks/>
              <a:stCxn id="6" idx="6"/>
            </p:cNvCxnSpPr>
            <p:nvPr/>
          </p:nvCxnSpPr>
          <p:spPr>
            <a:xfrm>
              <a:off x="5513999" y="2382252"/>
              <a:ext cx="91436" cy="232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AA1B5A29-0954-E786-0745-55BB37B9982A}"/>
                </a:ext>
              </a:extLst>
            </p:cNvPr>
            <p:cNvCxnSpPr>
              <a:cxnSpLocks/>
              <a:endCxn id="7" idx="2"/>
            </p:cNvCxnSpPr>
            <p:nvPr/>
          </p:nvCxnSpPr>
          <p:spPr>
            <a:xfrm flipV="1">
              <a:off x="5847937" y="2334716"/>
              <a:ext cx="74669" cy="2512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77D44D3A-CCD7-04D9-1701-6C0BECE8544F}"/>
                </a:ext>
              </a:extLst>
            </p:cNvPr>
            <p:cNvCxnSpPr>
              <a:cxnSpLocks/>
              <a:endCxn id="8" idx="2"/>
            </p:cNvCxnSpPr>
            <p:nvPr/>
          </p:nvCxnSpPr>
          <p:spPr>
            <a:xfrm flipV="1">
              <a:off x="4386684" y="2312539"/>
              <a:ext cx="59104" cy="4505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C68BEE25-86DA-6596-2CEA-68497E9FE23C}"/>
                </a:ext>
              </a:extLst>
            </p:cNvPr>
            <p:cNvCxnSpPr>
              <a:cxnSpLocks/>
              <a:endCxn id="9" idx="4"/>
            </p:cNvCxnSpPr>
            <p:nvPr/>
          </p:nvCxnSpPr>
          <p:spPr>
            <a:xfrm flipV="1">
              <a:off x="3952668" y="2423218"/>
              <a:ext cx="0" cy="7101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46099A8-34C7-BC42-E240-AD0802EECE84}"/>
                </a:ext>
              </a:extLst>
            </p:cNvPr>
            <p:cNvCxnSpPr>
              <a:cxnSpLocks/>
              <a:stCxn id="10" idx="0"/>
            </p:cNvCxnSpPr>
            <p:nvPr/>
          </p:nvCxnSpPr>
          <p:spPr>
            <a:xfrm flipH="1" flipV="1">
              <a:off x="3551677" y="2154716"/>
              <a:ext cx="32432" cy="4753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209BAAC0-3575-7B21-9EE2-9AC05425A675}"/>
                </a:ext>
              </a:extLst>
            </p:cNvPr>
            <p:cNvCxnSpPr>
              <a:cxnSpLocks/>
              <a:stCxn id="11" idx="7"/>
            </p:cNvCxnSpPr>
            <p:nvPr/>
          </p:nvCxnSpPr>
          <p:spPr>
            <a:xfrm flipV="1">
              <a:off x="5248302" y="2139148"/>
              <a:ext cx="69405" cy="2636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5E8F27D-A102-7170-125D-7CC127F9093A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 flipV="1">
              <a:off x="7758953" y="3738283"/>
              <a:ext cx="86223" cy="775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4674544-D947-F1E9-6F24-FEECBD768E5A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4539084" y="2509994"/>
              <a:ext cx="162045" cy="2929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66B11E8-5796-A4B9-C899-E14F076FC2C9}"/>
                </a:ext>
              </a:extLst>
            </p:cNvPr>
            <p:cNvCxnSpPr>
              <a:cxnSpLocks/>
              <a:endCxn id="30" idx="0"/>
            </p:cNvCxnSpPr>
            <p:nvPr/>
          </p:nvCxnSpPr>
          <p:spPr>
            <a:xfrm>
              <a:off x="4567310" y="2557772"/>
              <a:ext cx="21993" cy="4777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23B2BDA8-5A67-0089-57CC-C5A4CAFFF43A}"/>
                </a:ext>
              </a:extLst>
            </p:cNvPr>
            <p:cNvCxnSpPr>
              <a:cxnSpLocks/>
              <a:stCxn id="14" idx="2"/>
            </p:cNvCxnSpPr>
            <p:nvPr/>
          </p:nvCxnSpPr>
          <p:spPr>
            <a:xfrm flipH="1">
              <a:off x="4652506" y="2387202"/>
              <a:ext cx="109280" cy="6098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1889962-992F-097D-D3E0-516A189637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259172" y="2287937"/>
              <a:ext cx="43878" cy="5526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5D925CAE-6469-7B9A-04CC-32749DB7AA0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240403" y="2429310"/>
              <a:ext cx="60232" cy="2147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5176F770-961B-53AA-51EE-02948900EA48}"/>
                </a:ext>
              </a:extLst>
            </p:cNvPr>
            <p:cNvCxnSpPr>
              <a:cxnSpLocks/>
            </p:cNvCxnSpPr>
            <p:nvPr/>
          </p:nvCxnSpPr>
          <p:spPr>
            <a:xfrm rot="20700000" flipH="1">
              <a:off x="4195213" y="2588434"/>
              <a:ext cx="69560" cy="56952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369DD185-BEC5-3D5C-4784-5163CA56B03E}"/>
                </a:ext>
              </a:extLst>
            </p:cNvPr>
            <p:cNvCxnSpPr>
              <a:cxnSpLocks/>
            </p:cNvCxnSpPr>
            <p:nvPr/>
          </p:nvCxnSpPr>
          <p:spPr>
            <a:xfrm>
              <a:off x="4733237" y="2849050"/>
              <a:ext cx="94406" cy="947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E1722A7E-AE19-95EF-97CA-8A9EE721F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17888" y="3010928"/>
              <a:ext cx="78054" cy="62397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B4520570-83DB-BE43-DD32-E62B418156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2850" y="2537330"/>
              <a:ext cx="77133" cy="3075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A7E14C2-7C89-9A7C-AB15-8BE2173C3DC2}"/>
                </a:ext>
              </a:extLst>
            </p:cNvPr>
            <p:cNvCxnSpPr>
              <a:cxnSpLocks/>
            </p:cNvCxnSpPr>
            <p:nvPr/>
          </p:nvCxnSpPr>
          <p:spPr>
            <a:xfrm>
              <a:off x="3422792" y="2816859"/>
              <a:ext cx="112847" cy="1265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6D592E75-D79E-CE62-39B0-F989A5237368}"/>
                </a:ext>
              </a:extLst>
            </p:cNvPr>
            <p:cNvCxnSpPr>
              <a:cxnSpLocks/>
            </p:cNvCxnSpPr>
            <p:nvPr/>
          </p:nvCxnSpPr>
          <p:spPr>
            <a:xfrm>
              <a:off x="5798625" y="2424828"/>
              <a:ext cx="71115" cy="78723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33DD38D1-1D7A-5553-CAF5-B035F4F9E61B}"/>
                </a:ext>
              </a:extLst>
            </p:cNvPr>
            <p:cNvCxnSpPr>
              <a:cxnSpLocks/>
            </p:cNvCxnSpPr>
            <p:nvPr/>
          </p:nvCxnSpPr>
          <p:spPr>
            <a:xfrm>
              <a:off x="5711870" y="2208974"/>
              <a:ext cx="47645" cy="4458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8597E65C-097C-DC39-0E15-79EFE6E666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70052" y="2458565"/>
              <a:ext cx="86223" cy="77551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70CF2C05-BAB9-98A1-6844-B38A81C2FF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7644" y="2567207"/>
              <a:ext cx="0" cy="8768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FA3EF1F6-5BE2-A5E4-8E97-39BA36FC8F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47623" y="2733055"/>
              <a:ext cx="90936" cy="841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B7BF1383-5663-6A08-EF3A-5DD27280648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3694" y="2451656"/>
              <a:ext cx="60529" cy="57348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875BE12F-76ED-9D1F-8A67-10A4C199ADDA}"/>
                </a:ext>
              </a:extLst>
            </p:cNvPr>
            <p:cNvSpPr txBox="1"/>
            <p:nvPr/>
          </p:nvSpPr>
          <p:spPr>
            <a:xfrm>
              <a:off x="2603650" y="3237106"/>
              <a:ext cx="2417715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SOC, 0–0.2 m</a:t>
              </a:r>
            </a:p>
            <a:p>
              <a:pPr algn="ctr"/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[kg m</a:t>
              </a:r>
              <a:r>
                <a:rPr lang="en-US" sz="1300" baseline="30000" dirty="0">
                  <a:latin typeface="Arial" panose="020B0604020202020204" pitchFamily="34" charset="0"/>
                  <a:cs typeface="Arial" panose="020B0604020202020204" pitchFamily="34" charset="0"/>
                </a:rPr>
                <a:t>-2</a:t>
              </a:r>
              <a:r>
                <a:rPr lang="en-US" sz="1300" dirty="0">
                  <a:latin typeface="Arial" panose="020B0604020202020204" pitchFamily="34" charset="0"/>
                  <a:cs typeface="Arial" panose="020B0604020202020204" pitchFamily="34" charset="0"/>
                </a:rPr>
                <a:t>]</a:t>
              </a:r>
            </a:p>
          </p:txBody>
        </p:sp>
      </p:grp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8294E203-FA1E-5864-FCEA-36582F163B4E}"/>
              </a:ext>
            </a:extLst>
          </p:cNvPr>
          <p:cNvGrpSpPr/>
          <p:nvPr/>
        </p:nvGrpSpPr>
        <p:grpSpPr>
          <a:xfrm>
            <a:off x="-594073" y="3068084"/>
            <a:ext cx="6055754" cy="2377038"/>
            <a:chOff x="2792416" y="3631750"/>
            <a:chExt cx="6055754" cy="2377038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70B7FE2-9161-F8FA-3834-8434D027D20F}"/>
                </a:ext>
              </a:extLst>
            </p:cNvPr>
            <p:cNvSpPr txBox="1"/>
            <p:nvPr/>
          </p:nvSpPr>
          <p:spPr>
            <a:xfrm>
              <a:off x="2962002" y="3910778"/>
              <a:ext cx="2729209" cy="2098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One85 Experiment Station, arable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ACBB, grassland &amp; arable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Achenkirch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temperate montane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B4WarmED, temperate &amp; boreal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Blodgett, temperate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CiPEHR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permafrost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ForHot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subarctic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FutureClim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temperate montane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GENX, temperate salt marsh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Harvard Forest, temperate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Hawaii, tropical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KAEFS, temperate grassland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94738D8-E397-763B-83B6-9A8337483854}"/>
                </a:ext>
              </a:extLst>
            </p:cNvPr>
            <p:cNvSpPr txBox="1"/>
            <p:nvPr/>
          </p:nvSpPr>
          <p:spPr>
            <a:xfrm>
              <a:off x="5946996" y="3910778"/>
              <a:ext cx="2901174" cy="20980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MERIT, temperate salt marsh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Point Reyes, temperate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Sanming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subtropical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SMARTX, temperate saltmarsh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SPRUCE, boreal peat bog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Stillberg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subalpine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SWAMP, permafrost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SWELTR, moist tropical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TEAM, alpine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TeRaCON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temperate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TRACE, moist tropical forest</a:t>
              </a:r>
            </a:p>
            <a:p>
              <a:pPr>
                <a:spcAft>
                  <a:spcPts val="200"/>
                </a:spcAft>
              </a:pPr>
              <a:endParaRPr lang="en-US" sz="14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FE17383-62BB-0199-7E71-29B81C98B304}"/>
                </a:ext>
              </a:extLst>
            </p:cNvPr>
            <p:cNvSpPr txBox="1"/>
            <p:nvPr/>
          </p:nvSpPr>
          <p:spPr>
            <a:xfrm>
              <a:off x="3942414" y="3631750"/>
              <a:ext cx="1887055" cy="2055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b="1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Deep Soil Warming Experiments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64545CBE-9E5F-AE5B-05D5-246BD0E9DE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457" y="390206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9A4BB8E3-4FD3-391B-55C8-1F298B340AD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3999" y="407185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DC678CAA-A12A-C53E-D2E0-E19E25C4829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3204" y="424082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BF23AF9D-6C3C-9698-536F-082E57CEE41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147" y="440253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57006F57-A5AF-8CB3-96DB-FAE1A3777A4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147" y="4569791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B71AA471-BC86-01AA-281A-DD497F9468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266" y="474278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B862F8F0-E4A7-5280-C5C1-ED46291D77E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147" y="4917110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E33C0A3A-B4A7-C985-CB1B-159182A1A2C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457" y="5078087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72FD4A25-01DF-9AEA-86A5-F78FC11884E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457" y="524705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DA53AF5B-125E-06E6-A12D-FD2E4DC05C07}"/>
                </a:ext>
              </a:extLst>
            </p:cNvPr>
            <p:cNvSpPr/>
            <p:nvPr/>
          </p:nvSpPr>
          <p:spPr>
            <a:xfrm>
              <a:off x="2870457" y="541284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34F83C91-A21A-7437-2282-958BBC105820}"/>
                </a:ext>
              </a:extLst>
            </p:cNvPr>
            <p:cNvSpPr/>
            <p:nvPr/>
          </p:nvSpPr>
          <p:spPr>
            <a:xfrm>
              <a:off x="2865908" y="558349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84D07484-BAF2-D560-6C48-2ADFD5C1BC72}"/>
                </a:ext>
              </a:extLst>
            </p:cNvPr>
            <p:cNvSpPr/>
            <p:nvPr/>
          </p:nvSpPr>
          <p:spPr>
            <a:xfrm>
              <a:off x="2865910" y="5749012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B6A10EF0-39E1-FC14-23B1-9D19F589F638}"/>
                </a:ext>
              </a:extLst>
            </p:cNvPr>
            <p:cNvSpPr txBox="1"/>
            <p:nvPr/>
          </p:nvSpPr>
          <p:spPr>
            <a:xfrm>
              <a:off x="2792416" y="5377217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BEB53A3C-7FF6-C2EA-2A50-13CBC4919D6A}"/>
                </a:ext>
              </a:extLst>
            </p:cNvPr>
            <p:cNvSpPr txBox="1"/>
            <p:nvPr/>
          </p:nvSpPr>
          <p:spPr>
            <a:xfrm>
              <a:off x="2792416" y="5541638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2440A9CA-1DE9-7C3D-BA72-C96B6063C31E}"/>
                </a:ext>
              </a:extLst>
            </p:cNvPr>
            <p:cNvSpPr txBox="1"/>
            <p:nvPr/>
          </p:nvSpPr>
          <p:spPr>
            <a:xfrm>
              <a:off x="2792416" y="5706182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811CA0C9-5B1C-6D76-CD64-57AD292F5F5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1940" y="390206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FF4E54F5-B042-165B-A291-111B3538B4D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5482" y="407185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3F197329-938A-9387-AA13-0E239325C4B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4687" y="424082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F28ECA0B-44BD-4C07-A710-20D3EBD474A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630" y="440253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AFFF6CCF-836A-D034-ECB6-9F2ED670E5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630" y="4569791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242F5657-94BC-0E50-6443-8477029A62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749" y="474278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6D107453-4CC6-1B2E-3A40-BF6F7947E1A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630" y="4917110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8A84503E-7793-D347-F385-60E9B8E69AC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1940" y="5078087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1E0E31E1-BC47-CEB0-A4D4-1E602A6F625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1940" y="524705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5B46863B-AB32-4A58-76A8-BB8DFE674599}"/>
                </a:ext>
              </a:extLst>
            </p:cNvPr>
            <p:cNvSpPr/>
            <p:nvPr/>
          </p:nvSpPr>
          <p:spPr>
            <a:xfrm>
              <a:off x="5841940" y="541284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83E20262-0349-11B5-27CF-D0A6F18F5AF8}"/>
                </a:ext>
              </a:extLst>
            </p:cNvPr>
            <p:cNvSpPr/>
            <p:nvPr/>
          </p:nvSpPr>
          <p:spPr>
            <a:xfrm>
              <a:off x="5844648" y="558349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FF54960-6D5A-1A47-E10A-06EAE7C2D865}"/>
                </a:ext>
              </a:extLst>
            </p:cNvPr>
            <p:cNvSpPr txBox="1"/>
            <p:nvPr/>
          </p:nvSpPr>
          <p:spPr>
            <a:xfrm>
              <a:off x="5768690" y="3874219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13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E6EBC8C4-1DE3-6D6A-6879-7DA8973416B4}"/>
                </a:ext>
              </a:extLst>
            </p:cNvPr>
            <p:cNvSpPr txBox="1"/>
            <p:nvPr/>
          </p:nvSpPr>
          <p:spPr>
            <a:xfrm>
              <a:off x="5768690" y="4038640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4E241739-CBC4-E4B9-7238-A04AD4DF69B6}"/>
                </a:ext>
              </a:extLst>
            </p:cNvPr>
            <p:cNvSpPr txBox="1"/>
            <p:nvPr/>
          </p:nvSpPr>
          <p:spPr>
            <a:xfrm>
              <a:off x="5768690" y="4203184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2C2CB94F-8E4B-81DB-E7F6-C70F800FF751}"/>
                </a:ext>
              </a:extLst>
            </p:cNvPr>
            <p:cNvSpPr txBox="1"/>
            <p:nvPr/>
          </p:nvSpPr>
          <p:spPr>
            <a:xfrm>
              <a:off x="5768690" y="4369664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05E48106-7F07-5CE9-C084-61631FED9F2C}"/>
                </a:ext>
              </a:extLst>
            </p:cNvPr>
            <p:cNvSpPr txBox="1"/>
            <p:nvPr/>
          </p:nvSpPr>
          <p:spPr>
            <a:xfrm>
              <a:off x="5768690" y="4534085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17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98F040EA-5363-7787-F7E7-DF9AA8024B39}"/>
                </a:ext>
              </a:extLst>
            </p:cNvPr>
            <p:cNvSpPr txBox="1"/>
            <p:nvPr/>
          </p:nvSpPr>
          <p:spPr>
            <a:xfrm>
              <a:off x="5768690" y="4698629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0A3B1182-DD69-8708-0B38-292B31A8B996}"/>
                </a:ext>
              </a:extLst>
            </p:cNvPr>
            <p:cNvSpPr txBox="1"/>
            <p:nvPr/>
          </p:nvSpPr>
          <p:spPr>
            <a:xfrm>
              <a:off x="5768690" y="4885368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19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A571C8DF-C670-B392-2844-760F2DE0D804}"/>
                </a:ext>
              </a:extLst>
            </p:cNvPr>
            <p:cNvSpPr txBox="1"/>
            <p:nvPr/>
          </p:nvSpPr>
          <p:spPr>
            <a:xfrm>
              <a:off x="5768690" y="5049912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A911C7C0-B565-4BCA-0483-B348DE9B618B}"/>
                </a:ext>
              </a:extLst>
            </p:cNvPr>
            <p:cNvSpPr txBox="1"/>
            <p:nvPr/>
          </p:nvSpPr>
          <p:spPr>
            <a:xfrm>
              <a:off x="5768690" y="5216392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7112C0F2-5DE1-907E-14BB-5770E08F5D2D}"/>
                </a:ext>
              </a:extLst>
            </p:cNvPr>
            <p:cNvSpPr txBox="1"/>
            <p:nvPr/>
          </p:nvSpPr>
          <p:spPr>
            <a:xfrm>
              <a:off x="5768690" y="5380813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22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13858674-51B1-CBDD-C251-D4007DA4D4E6}"/>
                </a:ext>
              </a:extLst>
            </p:cNvPr>
            <p:cNvSpPr txBox="1"/>
            <p:nvPr/>
          </p:nvSpPr>
          <p:spPr>
            <a:xfrm>
              <a:off x="5768690" y="5545357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23</a:t>
              </a:r>
            </a:p>
          </p:txBody>
        </p:sp>
      </p:grpSp>
      <p:pic>
        <p:nvPicPr>
          <p:cNvPr id="267" name="Picture 266" descr="A map of the world&#10;&#10;AI-generated content may be incorrect.">
            <a:extLst>
              <a:ext uri="{FF2B5EF4-FFF2-40B4-BE49-F238E27FC236}">
                <a16:creationId xmlns:a16="http://schemas.microsoft.com/office/drawing/2014/main" id="{6DFB900A-52A5-5626-0B11-785709E0AE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3032" t="24444" r="10590" b="28353"/>
          <a:stretch>
            <a:fillRect/>
          </a:stretch>
        </p:blipFill>
        <p:spPr>
          <a:xfrm rot="5400000">
            <a:off x="251453" y="1552262"/>
            <a:ext cx="245659" cy="1121148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07BA3C70-99E2-E4A9-100A-3A99019FFB5B}"/>
              </a:ext>
            </a:extLst>
          </p:cNvPr>
          <p:cNvSpPr txBox="1"/>
          <p:nvPr/>
        </p:nvSpPr>
        <p:spPr>
          <a:xfrm>
            <a:off x="-378892" y="2177178"/>
            <a:ext cx="399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A04B4BC6-1405-F858-FF25-270EC4950322}"/>
              </a:ext>
            </a:extLst>
          </p:cNvPr>
          <p:cNvSpPr txBox="1"/>
          <p:nvPr/>
        </p:nvSpPr>
        <p:spPr>
          <a:xfrm>
            <a:off x="-178997" y="2171744"/>
            <a:ext cx="399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9BA76F75-A35B-1BDA-7229-63D113C3F159}"/>
              </a:ext>
            </a:extLst>
          </p:cNvPr>
          <p:cNvSpPr txBox="1"/>
          <p:nvPr/>
        </p:nvSpPr>
        <p:spPr>
          <a:xfrm>
            <a:off x="-13409" y="2165057"/>
            <a:ext cx="582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DE154592-45C6-3758-AB90-C6BEF1216E6F}"/>
              </a:ext>
            </a:extLst>
          </p:cNvPr>
          <p:cNvSpPr txBox="1"/>
          <p:nvPr/>
        </p:nvSpPr>
        <p:spPr>
          <a:xfrm>
            <a:off x="382819" y="2170491"/>
            <a:ext cx="582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82724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8A81-6043-07F9-6ACE-ACE53A1C6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65D6052-25D5-76E1-D32A-62E0B50C17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98" t="21926" r="20451" b="16834"/>
          <a:stretch>
            <a:fillRect/>
          </a:stretch>
        </p:blipFill>
        <p:spPr>
          <a:xfrm>
            <a:off x="128588" y="201358"/>
            <a:ext cx="5615633" cy="2935225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689593F5-5285-9312-4E31-24046DC9E10C}"/>
              </a:ext>
            </a:extLst>
          </p:cNvPr>
          <p:cNvSpPr/>
          <p:nvPr/>
        </p:nvSpPr>
        <p:spPr>
          <a:xfrm>
            <a:off x="2858937" y="765943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A9A5B0-6EBB-20C3-BC24-DD0D487E6119}"/>
              </a:ext>
            </a:extLst>
          </p:cNvPr>
          <p:cNvSpPr/>
          <p:nvPr/>
        </p:nvSpPr>
        <p:spPr>
          <a:xfrm>
            <a:off x="3447544" y="718407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73506FA-5F8A-DE77-6918-4A7B63530D75}"/>
              </a:ext>
            </a:extLst>
          </p:cNvPr>
          <p:cNvSpPr/>
          <p:nvPr/>
        </p:nvSpPr>
        <p:spPr>
          <a:xfrm>
            <a:off x="1970726" y="696230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4B0F1C1-3C7D-249A-4044-6E18BE0D5051}"/>
              </a:ext>
            </a:extLst>
          </p:cNvPr>
          <p:cNvSpPr/>
          <p:nvPr/>
        </p:nvSpPr>
        <p:spPr>
          <a:xfrm>
            <a:off x="1387606" y="716909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4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E7A4125-8AA2-797D-65BC-D0F09B37F8ED}"/>
              </a:ext>
            </a:extLst>
          </p:cNvPr>
          <p:cNvSpPr/>
          <p:nvPr/>
        </p:nvSpPr>
        <p:spPr>
          <a:xfrm>
            <a:off x="1019047" y="675943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94F65C6-AFCF-6001-0F6D-41A11DB5C35E}"/>
              </a:ext>
            </a:extLst>
          </p:cNvPr>
          <p:cNvSpPr/>
          <p:nvPr/>
        </p:nvSpPr>
        <p:spPr>
          <a:xfrm>
            <a:off x="2619600" y="612839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6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5D7FA1C-3E73-F0C5-3DC5-80829B140FCE}"/>
              </a:ext>
            </a:extLst>
          </p:cNvPr>
          <p:cNvSpPr/>
          <p:nvPr/>
        </p:nvSpPr>
        <p:spPr>
          <a:xfrm>
            <a:off x="5343754" y="2263165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7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9B56BB9-FEA3-0A89-C511-CFAF91325C60}"/>
              </a:ext>
            </a:extLst>
          </p:cNvPr>
          <p:cNvSpPr/>
          <p:nvPr/>
        </p:nvSpPr>
        <p:spPr>
          <a:xfrm>
            <a:off x="2199707" y="986623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8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30B206-D89F-9A5F-85D3-2FE36C3F6643}"/>
              </a:ext>
            </a:extLst>
          </p:cNvPr>
          <p:cNvSpPr/>
          <p:nvPr/>
        </p:nvSpPr>
        <p:spPr>
          <a:xfrm>
            <a:off x="2286724" y="770893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9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499FD80-46F3-5051-3BD0-204F58EAC911}"/>
              </a:ext>
            </a:extLst>
          </p:cNvPr>
          <p:cNvSpPr/>
          <p:nvPr/>
        </p:nvSpPr>
        <p:spPr>
          <a:xfrm>
            <a:off x="1044117" y="1266521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6480B6-003E-8647-3AA3-EDEA7D7E7331}"/>
              </a:ext>
            </a:extLst>
          </p:cNvPr>
          <p:cNvSpPr txBox="1"/>
          <p:nvPr/>
        </p:nvSpPr>
        <p:spPr>
          <a:xfrm>
            <a:off x="966443" y="1233411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10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89830E-3616-543F-7F57-39A0C0C1C081}"/>
              </a:ext>
            </a:extLst>
          </p:cNvPr>
          <p:cNvSpPr/>
          <p:nvPr/>
        </p:nvSpPr>
        <p:spPr>
          <a:xfrm>
            <a:off x="3072557" y="538407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3F16191-F4F8-46BA-F55F-7969D8D33601}"/>
              </a:ext>
            </a:extLst>
          </p:cNvPr>
          <p:cNvSpPr/>
          <p:nvPr/>
        </p:nvSpPr>
        <p:spPr>
          <a:xfrm>
            <a:off x="1578738" y="1071376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8928B4-4C21-C59E-FA5E-905E2974DF52}"/>
              </a:ext>
            </a:extLst>
          </p:cNvPr>
          <p:cNvSpPr/>
          <p:nvPr/>
        </p:nvSpPr>
        <p:spPr>
          <a:xfrm>
            <a:off x="2032033" y="1112353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77BAAF-6AEB-3418-188E-B6F5174433E3}"/>
              </a:ext>
            </a:extLst>
          </p:cNvPr>
          <p:cNvSpPr txBox="1"/>
          <p:nvPr/>
        </p:nvSpPr>
        <p:spPr>
          <a:xfrm>
            <a:off x="1499238" y="1038266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74C561-4D58-9335-3BB2-BFFCC05A16A5}"/>
              </a:ext>
            </a:extLst>
          </p:cNvPr>
          <p:cNvSpPr txBox="1"/>
          <p:nvPr/>
        </p:nvSpPr>
        <p:spPr>
          <a:xfrm>
            <a:off x="2994883" y="509876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95B0803-D172-4FE4-7D7B-7E2B685A6304}"/>
              </a:ext>
            </a:extLst>
          </p:cNvPr>
          <p:cNvSpPr/>
          <p:nvPr/>
        </p:nvSpPr>
        <p:spPr>
          <a:xfrm>
            <a:off x="1167788" y="954144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6DF620-4EE1-5928-62C5-62AB9BEF73EA}"/>
              </a:ext>
            </a:extLst>
          </p:cNvPr>
          <p:cNvSpPr txBox="1"/>
          <p:nvPr/>
        </p:nvSpPr>
        <p:spPr>
          <a:xfrm>
            <a:off x="1090063" y="921567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13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0DCAC038-3E26-C57E-2ECA-CE5E045F38A4}"/>
              </a:ext>
            </a:extLst>
          </p:cNvPr>
          <p:cNvSpPr/>
          <p:nvPr/>
        </p:nvSpPr>
        <p:spPr>
          <a:xfrm>
            <a:off x="4957934" y="1146051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FB2432-2AC2-278E-1F24-FA13FDD60B19}"/>
              </a:ext>
            </a:extLst>
          </p:cNvPr>
          <p:cNvSpPr txBox="1"/>
          <p:nvPr/>
        </p:nvSpPr>
        <p:spPr>
          <a:xfrm>
            <a:off x="4880260" y="110591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14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62BACE4D-E365-26E6-8197-3E540E89635A}"/>
              </a:ext>
            </a:extLst>
          </p:cNvPr>
          <p:cNvSpPr/>
          <p:nvPr/>
        </p:nvSpPr>
        <p:spPr>
          <a:xfrm>
            <a:off x="2361041" y="1251376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588532-6EA4-E008-E8FC-27E16C586B35}"/>
              </a:ext>
            </a:extLst>
          </p:cNvPr>
          <p:cNvSpPr txBox="1"/>
          <p:nvPr/>
        </p:nvSpPr>
        <p:spPr>
          <a:xfrm>
            <a:off x="1951376" y="107924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15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F7C5DC7-914B-0DF8-E65A-721D115ECCA3}"/>
              </a:ext>
            </a:extLst>
          </p:cNvPr>
          <p:cNvSpPr/>
          <p:nvPr/>
        </p:nvSpPr>
        <p:spPr>
          <a:xfrm>
            <a:off x="1631368" y="606230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6A3540E-FD82-1429-55AA-01696BA63BF4}"/>
              </a:ext>
            </a:extLst>
          </p:cNvPr>
          <p:cNvSpPr txBox="1"/>
          <p:nvPr/>
        </p:nvSpPr>
        <p:spPr>
          <a:xfrm>
            <a:off x="1553970" y="573120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16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208F56C9-24C8-1BA3-E57D-74D282A94112}"/>
              </a:ext>
            </a:extLst>
          </p:cNvPr>
          <p:cNvSpPr/>
          <p:nvPr/>
        </p:nvSpPr>
        <p:spPr>
          <a:xfrm>
            <a:off x="3328037" y="953478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BF86761-6A1D-6D64-4F8F-AC42A4FB025E}"/>
              </a:ext>
            </a:extLst>
          </p:cNvPr>
          <p:cNvSpPr txBox="1"/>
          <p:nvPr/>
        </p:nvSpPr>
        <p:spPr>
          <a:xfrm>
            <a:off x="3251673" y="92187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17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2362A65-E2E6-C89E-EC7F-79917F68ACB2}"/>
              </a:ext>
            </a:extLst>
          </p:cNvPr>
          <p:cNvSpPr/>
          <p:nvPr/>
        </p:nvSpPr>
        <p:spPr>
          <a:xfrm>
            <a:off x="4330300" y="843623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1986DB-4C55-5AFE-BEE0-2ED50803D53E}"/>
              </a:ext>
            </a:extLst>
          </p:cNvPr>
          <p:cNvSpPr txBox="1"/>
          <p:nvPr/>
        </p:nvSpPr>
        <p:spPr>
          <a:xfrm>
            <a:off x="4250670" y="80688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18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2CD319F-E774-348B-3904-497D8751C468}"/>
              </a:ext>
            </a:extLst>
          </p:cNvPr>
          <p:cNvSpPr/>
          <p:nvPr/>
        </p:nvSpPr>
        <p:spPr>
          <a:xfrm>
            <a:off x="1771376" y="1498989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1E1178-8B86-3F26-F0CC-C0D5DE17226B}"/>
              </a:ext>
            </a:extLst>
          </p:cNvPr>
          <p:cNvSpPr txBox="1"/>
          <p:nvPr/>
        </p:nvSpPr>
        <p:spPr>
          <a:xfrm>
            <a:off x="1696685" y="1472908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19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83E6B7B5-BB90-4EBC-3AD1-242D1C141746}"/>
              </a:ext>
            </a:extLst>
          </p:cNvPr>
          <p:cNvSpPr/>
          <p:nvPr/>
        </p:nvSpPr>
        <p:spPr>
          <a:xfrm>
            <a:off x="4517846" y="1112875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E06FB6C-6806-F0AC-D8AA-D75B5A31C646}"/>
              </a:ext>
            </a:extLst>
          </p:cNvPr>
          <p:cNvSpPr txBox="1"/>
          <p:nvPr/>
        </p:nvSpPr>
        <p:spPr>
          <a:xfrm>
            <a:off x="4443529" y="1079243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5B42B27-C4FF-9EB0-189C-7B51C348A971}"/>
              </a:ext>
            </a:extLst>
          </p:cNvPr>
          <p:cNvSpPr/>
          <p:nvPr/>
        </p:nvSpPr>
        <p:spPr>
          <a:xfrm>
            <a:off x="1594206" y="851541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C88C4C7-BD24-5355-0321-F798C1EC9104}"/>
              </a:ext>
            </a:extLst>
          </p:cNvPr>
          <p:cNvSpPr txBox="1"/>
          <p:nvPr/>
        </p:nvSpPr>
        <p:spPr>
          <a:xfrm>
            <a:off x="1515564" y="813329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E906D4-9BC8-80F7-929A-54A53E1A9260}"/>
              </a:ext>
            </a:extLst>
          </p:cNvPr>
          <p:cNvSpPr txBox="1"/>
          <p:nvPr/>
        </p:nvSpPr>
        <p:spPr>
          <a:xfrm>
            <a:off x="2286350" y="1218266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6126270-4555-7C98-773C-DDBD28AF00D2}"/>
              </a:ext>
            </a:extLst>
          </p:cNvPr>
          <p:cNvSpPr/>
          <p:nvPr/>
        </p:nvSpPr>
        <p:spPr>
          <a:xfrm>
            <a:off x="4855918" y="770893"/>
            <a:ext cx="180000" cy="180000"/>
          </a:xfrm>
          <a:prstGeom prst="ellipse">
            <a:avLst/>
          </a:prstGeom>
          <a:solidFill>
            <a:schemeClr val="bg1">
              <a:alpha val="89000"/>
            </a:schemeClr>
          </a:solidFill>
          <a:ln w="317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00" b="1" dirty="0">
              <a:solidFill>
                <a:schemeClr val="tx1"/>
              </a:solidFill>
              <a:latin typeface="Arial" panose="020B0604020202020204" pitchFamily="34" charset="0"/>
              <a:ea typeface="Verdan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67AC073-684C-18B8-70B7-9D5696361D26}"/>
              </a:ext>
            </a:extLst>
          </p:cNvPr>
          <p:cNvSpPr txBox="1"/>
          <p:nvPr/>
        </p:nvSpPr>
        <p:spPr>
          <a:xfrm>
            <a:off x="4778582" y="735155"/>
            <a:ext cx="32573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rPr>
              <a:t>23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0CE01F-F102-B3A8-43CB-EB06C831AE16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3038937" y="855944"/>
            <a:ext cx="91436" cy="232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D28CCF3A-E39D-4977-1AE7-CCC4E541EB27}"/>
              </a:ext>
            </a:extLst>
          </p:cNvPr>
          <p:cNvCxnSpPr>
            <a:cxnSpLocks/>
            <a:endCxn id="7" idx="2"/>
          </p:cNvCxnSpPr>
          <p:nvPr/>
        </p:nvCxnSpPr>
        <p:spPr>
          <a:xfrm flipV="1">
            <a:off x="3372876" y="808407"/>
            <a:ext cx="74669" cy="2512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B081FA6-5FB9-3704-67AC-BBF0E8D44585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911622" y="786231"/>
            <a:ext cx="59104" cy="4505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A86F337-9FD3-62DD-3664-AB3531A52F88}"/>
              </a:ext>
            </a:extLst>
          </p:cNvPr>
          <p:cNvCxnSpPr>
            <a:cxnSpLocks/>
            <a:endCxn id="9" idx="4"/>
          </p:cNvCxnSpPr>
          <p:nvPr/>
        </p:nvCxnSpPr>
        <p:spPr>
          <a:xfrm flipV="1">
            <a:off x="1477606" y="896909"/>
            <a:ext cx="0" cy="7101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980BE7EB-ACE4-0AA5-C259-56340EA3EECD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1076615" y="628407"/>
            <a:ext cx="32432" cy="4753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EBBD2A3-53AE-A1C2-85E1-55FF3CF366FF}"/>
              </a:ext>
            </a:extLst>
          </p:cNvPr>
          <p:cNvCxnSpPr>
            <a:cxnSpLocks/>
            <a:stCxn id="11" idx="7"/>
          </p:cNvCxnSpPr>
          <p:nvPr/>
        </p:nvCxnSpPr>
        <p:spPr>
          <a:xfrm flipV="1">
            <a:off x="2773241" y="612839"/>
            <a:ext cx="69405" cy="2636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B36C24F5-6113-1F80-A9E1-E5A96361AB97}"/>
              </a:ext>
            </a:extLst>
          </p:cNvPr>
          <p:cNvCxnSpPr>
            <a:cxnSpLocks/>
            <a:stCxn id="12" idx="1"/>
          </p:cNvCxnSpPr>
          <p:nvPr/>
        </p:nvCxnSpPr>
        <p:spPr>
          <a:xfrm flipH="1" flipV="1">
            <a:off x="5283892" y="2211975"/>
            <a:ext cx="86223" cy="775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6EEF3518-7771-04C4-0176-BAB01DC42382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064023" y="983685"/>
            <a:ext cx="162045" cy="2929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1EFE8300-83FD-561A-1BCB-374A4DC6F7DB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2092249" y="1031464"/>
            <a:ext cx="21993" cy="4777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5EB0AD80-3E2D-C012-1CE1-1D6E66912D57}"/>
              </a:ext>
            </a:extLst>
          </p:cNvPr>
          <p:cNvCxnSpPr>
            <a:cxnSpLocks/>
            <a:stCxn id="14" idx="2"/>
          </p:cNvCxnSpPr>
          <p:nvPr/>
        </p:nvCxnSpPr>
        <p:spPr>
          <a:xfrm flipH="1">
            <a:off x="2177444" y="860894"/>
            <a:ext cx="109280" cy="609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93AD9553-C93B-A3CE-AB93-34F067E3CD40}"/>
              </a:ext>
            </a:extLst>
          </p:cNvPr>
          <p:cNvCxnSpPr>
            <a:cxnSpLocks/>
          </p:cNvCxnSpPr>
          <p:nvPr/>
        </p:nvCxnSpPr>
        <p:spPr>
          <a:xfrm flipH="1" flipV="1">
            <a:off x="1784110" y="761628"/>
            <a:ext cx="43878" cy="5526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8C0FAAFA-21A6-6AAB-55CA-627302AAB4CC}"/>
              </a:ext>
            </a:extLst>
          </p:cNvPr>
          <p:cNvCxnSpPr>
            <a:cxnSpLocks/>
          </p:cNvCxnSpPr>
          <p:nvPr/>
        </p:nvCxnSpPr>
        <p:spPr>
          <a:xfrm flipH="1">
            <a:off x="1765341" y="903001"/>
            <a:ext cx="60232" cy="2147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F8E40382-84FA-CB03-A83B-8CC9E56F68F7}"/>
              </a:ext>
            </a:extLst>
          </p:cNvPr>
          <p:cNvCxnSpPr>
            <a:cxnSpLocks/>
          </p:cNvCxnSpPr>
          <p:nvPr/>
        </p:nvCxnSpPr>
        <p:spPr>
          <a:xfrm rot="20700000" flipH="1">
            <a:off x="1720151" y="1062125"/>
            <a:ext cx="69560" cy="569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D4E47F32-6CCF-0B1B-8E72-227D042837C4}"/>
              </a:ext>
            </a:extLst>
          </p:cNvPr>
          <p:cNvCxnSpPr>
            <a:cxnSpLocks/>
          </p:cNvCxnSpPr>
          <p:nvPr/>
        </p:nvCxnSpPr>
        <p:spPr>
          <a:xfrm>
            <a:off x="2258175" y="1322741"/>
            <a:ext cx="94406" cy="94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68E418C7-225F-3B58-59EC-B45A35D4BAB6}"/>
              </a:ext>
            </a:extLst>
          </p:cNvPr>
          <p:cNvCxnSpPr>
            <a:cxnSpLocks/>
          </p:cNvCxnSpPr>
          <p:nvPr/>
        </p:nvCxnSpPr>
        <p:spPr>
          <a:xfrm flipV="1">
            <a:off x="1942826" y="1484620"/>
            <a:ext cx="78054" cy="6239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4C7429F8-E80C-8276-57BB-BD691160F79D}"/>
              </a:ext>
            </a:extLst>
          </p:cNvPr>
          <p:cNvCxnSpPr>
            <a:cxnSpLocks/>
          </p:cNvCxnSpPr>
          <p:nvPr/>
        </p:nvCxnSpPr>
        <p:spPr>
          <a:xfrm flipV="1">
            <a:off x="1347789" y="1011021"/>
            <a:ext cx="77133" cy="3075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5CE2EEBA-EF86-524D-0F81-F4FD9A4DDA95}"/>
              </a:ext>
            </a:extLst>
          </p:cNvPr>
          <p:cNvCxnSpPr>
            <a:cxnSpLocks/>
          </p:cNvCxnSpPr>
          <p:nvPr/>
        </p:nvCxnSpPr>
        <p:spPr>
          <a:xfrm>
            <a:off x="947731" y="1290550"/>
            <a:ext cx="112847" cy="12654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AD6EEC08-4E1D-4A03-E7E3-F58ED7655177}"/>
              </a:ext>
            </a:extLst>
          </p:cNvPr>
          <p:cNvCxnSpPr>
            <a:cxnSpLocks/>
          </p:cNvCxnSpPr>
          <p:nvPr/>
        </p:nvCxnSpPr>
        <p:spPr>
          <a:xfrm>
            <a:off x="3323564" y="898520"/>
            <a:ext cx="71115" cy="7872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8DA73D4C-044E-F5EC-523C-DF8A73B74BF2}"/>
              </a:ext>
            </a:extLst>
          </p:cNvPr>
          <p:cNvCxnSpPr>
            <a:cxnSpLocks/>
          </p:cNvCxnSpPr>
          <p:nvPr/>
        </p:nvCxnSpPr>
        <p:spPr>
          <a:xfrm>
            <a:off x="3236809" y="682665"/>
            <a:ext cx="47645" cy="4458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74FE5E7-0793-43CE-4461-5FC89E4FDB14}"/>
              </a:ext>
            </a:extLst>
          </p:cNvPr>
          <p:cNvCxnSpPr>
            <a:cxnSpLocks/>
          </p:cNvCxnSpPr>
          <p:nvPr/>
        </p:nvCxnSpPr>
        <p:spPr>
          <a:xfrm flipH="1" flipV="1">
            <a:off x="4494991" y="932257"/>
            <a:ext cx="86223" cy="7755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Connector 121">
            <a:extLst>
              <a:ext uri="{FF2B5EF4-FFF2-40B4-BE49-F238E27FC236}">
                <a16:creationId xmlns:a16="http://schemas.microsoft.com/office/drawing/2014/main" id="{24306E3B-CD8E-4614-6925-1E8D3091EC74}"/>
              </a:ext>
            </a:extLst>
          </p:cNvPr>
          <p:cNvCxnSpPr>
            <a:cxnSpLocks/>
          </p:cNvCxnSpPr>
          <p:nvPr/>
        </p:nvCxnSpPr>
        <p:spPr>
          <a:xfrm flipV="1">
            <a:off x="4612582" y="1040899"/>
            <a:ext cx="0" cy="8768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60154AC3-2515-A085-83EB-46C889AF219C}"/>
              </a:ext>
            </a:extLst>
          </p:cNvPr>
          <p:cNvCxnSpPr>
            <a:cxnSpLocks/>
          </p:cNvCxnSpPr>
          <p:nvPr/>
        </p:nvCxnSpPr>
        <p:spPr>
          <a:xfrm flipH="1" flipV="1">
            <a:off x="4872561" y="1206746"/>
            <a:ext cx="90936" cy="841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86598E75-D6A6-F357-0705-FC04490C14BF}"/>
              </a:ext>
            </a:extLst>
          </p:cNvPr>
          <p:cNvCxnSpPr>
            <a:cxnSpLocks/>
          </p:cNvCxnSpPr>
          <p:nvPr/>
        </p:nvCxnSpPr>
        <p:spPr>
          <a:xfrm flipH="1">
            <a:off x="4828633" y="925347"/>
            <a:ext cx="60529" cy="5734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>
            <a:extLst>
              <a:ext uri="{FF2B5EF4-FFF2-40B4-BE49-F238E27FC236}">
                <a16:creationId xmlns:a16="http://schemas.microsoft.com/office/drawing/2014/main" id="{BF17041F-21AB-1266-1D72-17E70864B1E7}"/>
              </a:ext>
            </a:extLst>
          </p:cNvPr>
          <p:cNvSpPr txBox="1"/>
          <p:nvPr/>
        </p:nvSpPr>
        <p:spPr>
          <a:xfrm>
            <a:off x="128588" y="1710798"/>
            <a:ext cx="241771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SOC, 0–0.2 m</a:t>
            </a:r>
          </a:p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[kg m</a:t>
            </a:r>
            <a:r>
              <a:rPr lang="en-US" sz="1300" baseline="30000" dirty="0">
                <a:latin typeface="Arial" panose="020B0604020202020204" pitchFamily="34" charset="0"/>
                <a:cs typeface="Arial" panose="020B0604020202020204" pitchFamily="34" charset="0"/>
              </a:rPr>
              <a:t>-2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]</a:t>
            </a:r>
          </a:p>
        </p:txBody>
      </p:sp>
      <p:grpSp>
        <p:nvGrpSpPr>
          <p:cNvPr id="272" name="Group 271">
            <a:extLst>
              <a:ext uri="{FF2B5EF4-FFF2-40B4-BE49-F238E27FC236}">
                <a16:creationId xmlns:a16="http://schemas.microsoft.com/office/drawing/2014/main" id="{0DC66BEA-3E08-8590-B20A-BCF398BEAAC2}"/>
              </a:ext>
            </a:extLst>
          </p:cNvPr>
          <p:cNvGrpSpPr/>
          <p:nvPr/>
        </p:nvGrpSpPr>
        <p:grpSpPr>
          <a:xfrm>
            <a:off x="344998" y="3260108"/>
            <a:ext cx="6055754" cy="2377038"/>
            <a:chOff x="2792416" y="3631750"/>
            <a:chExt cx="6055754" cy="2377038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24F24E16-7FE5-E02A-4264-C7E9349479F1}"/>
                </a:ext>
              </a:extLst>
            </p:cNvPr>
            <p:cNvSpPr txBox="1"/>
            <p:nvPr/>
          </p:nvSpPr>
          <p:spPr>
            <a:xfrm>
              <a:off x="2962002" y="3910778"/>
              <a:ext cx="2729209" cy="20980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ACBB, grassland &amp; arable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Achenkirch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temperate montane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B4WarmED, temperate &amp; boreal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Blodgett, temperate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CiPEHR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permafrost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ForHot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subarctic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FutureClim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temperate montane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GENX, temperate salt marsh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Harvard Forest, temperate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Hawaii, tropical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KAEFS, temperate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MERIT, temperate salt marsh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2F19F0F9-2D12-6826-BAA6-D4859B726399}"/>
                </a:ext>
              </a:extLst>
            </p:cNvPr>
            <p:cNvSpPr txBox="1"/>
            <p:nvPr/>
          </p:nvSpPr>
          <p:spPr>
            <a:xfrm>
              <a:off x="5946996" y="3910778"/>
              <a:ext cx="2901174" cy="20980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Point Reyes, temperate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Sanming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subtropical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SMARTX, temperate salt marsh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SPRUCE, boreal peat bog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Stillberg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subalpine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SWAMP, permafrost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SWELTR, moist tropical forest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TEAM, alpine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 err="1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TeRaCON</a:t>
              </a: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, temperate grassland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TRACE, moist tropical forest </a:t>
              </a:r>
            </a:p>
            <a:p>
              <a:pPr>
                <a:spcAft>
                  <a:spcPts val="200"/>
                </a:spcAft>
              </a:pPr>
              <a:r>
                <a:rPr lang="en-US" sz="1400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185 Experiment Station, arable</a:t>
              </a:r>
            </a:p>
            <a:p>
              <a:pPr>
                <a:spcAft>
                  <a:spcPts val="200"/>
                </a:spcAft>
              </a:pPr>
              <a:endParaRPr lang="en-US" sz="1400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A7A8558B-50E5-3ABE-2414-0E54C78F90CB}"/>
                </a:ext>
              </a:extLst>
            </p:cNvPr>
            <p:cNvSpPr txBox="1"/>
            <p:nvPr/>
          </p:nvSpPr>
          <p:spPr>
            <a:xfrm>
              <a:off x="3942414" y="3631750"/>
              <a:ext cx="299473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spcAft>
                  <a:spcPts val="200"/>
                </a:spcAft>
              </a:pPr>
              <a:r>
                <a:rPr lang="en-US" b="1" baseline="30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SWEDDIE Warming Experiments</a:t>
              </a:r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35DD7C60-5540-2707-518F-55B9428B7E3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457" y="390206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</a:t>
              </a:r>
            </a:p>
          </p:txBody>
        </p:sp>
        <p:sp>
          <p:nvSpPr>
            <p:cNvPr id="144" name="Oval 143">
              <a:extLst>
                <a:ext uri="{FF2B5EF4-FFF2-40B4-BE49-F238E27FC236}">
                  <a16:creationId xmlns:a16="http://schemas.microsoft.com/office/drawing/2014/main" id="{7900A73C-E4D7-459B-38B2-78312251F3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3999" y="407185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45" name="Oval 144">
              <a:extLst>
                <a:ext uri="{FF2B5EF4-FFF2-40B4-BE49-F238E27FC236}">
                  <a16:creationId xmlns:a16="http://schemas.microsoft.com/office/drawing/2014/main" id="{2CDBB0C6-0301-0B48-D220-55503D33560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3204" y="424082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146" name="Oval 145">
              <a:extLst>
                <a:ext uri="{FF2B5EF4-FFF2-40B4-BE49-F238E27FC236}">
                  <a16:creationId xmlns:a16="http://schemas.microsoft.com/office/drawing/2014/main" id="{80623B50-D4BB-5EF6-61BD-0918B681F09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147" y="440253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4</a:t>
              </a:r>
            </a:p>
          </p:txBody>
        </p:sp>
        <p:sp>
          <p:nvSpPr>
            <p:cNvPr id="210" name="Oval 209">
              <a:extLst>
                <a:ext uri="{FF2B5EF4-FFF2-40B4-BE49-F238E27FC236}">
                  <a16:creationId xmlns:a16="http://schemas.microsoft.com/office/drawing/2014/main" id="{6C1F0DF0-2B81-EFF3-A37F-31A75C53997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147" y="4569791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5</a:t>
              </a:r>
            </a:p>
          </p:txBody>
        </p:sp>
        <p:sp>
          <p:nvSpPr>
            <p:cNvPr id="211" name="Oval 210">
              <a:extLst>
                <a:ext uri="{FF2B5EF4-FFF2-40B4-BE49-F238E27FC236}">
                  <a16:creationId xmlns:a16="http://schemas.microsoft.com/office/drawing/2014/main" id="{D4F07816-C0FF-F2A5-56CC-15C64F429FA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266" y="474278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6</a:t>
              </a:r>
            </a:p>
          </p:txBody>
        </p:sp>
        <p:sp>
          <p:nvSpPr>
            <p:cNvPr id="212" name="Oval 211">
              <a:extLst>
                <a:ext uri="{FF2B5EF4-FFF2-40B4-BE49-F238E27FC236}">
                  <a16:creationId xmlns:a16="http://schemas.microsoft.com/office/drawing/2014/main" id="{23FA83C1-0D5E-68D4-D443-3F8FCF5436A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7147" y="4917110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7</a:t>
              </a:r>
            </a:p>
          </p:txBody>
        </p:sp>
        <p:sp>
          <p:nvSpPr>
            <p:cNvPr id="213" name="Oval 212">
              <a:extLst>
                <a:ext uri="{FF2B5EF4-FFF2-40B4-BE49-F238E27FC236}">
                  <a16:creationId xmlns:a16="http://schemas.microsoft.com/office/drawing/2014/main" id="{D0F0C871-6FAD-9036-3C36-BC8D8FD01FB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457" y="5078087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8</a:t>
              </a:r>
            </a:p>
          </p:txBody>
        </p:sp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752E220D-5F54-962F-EAE3-883D002C464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870457" y="524705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9</a:t>
              </a:r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A32B4FEE-6F33-8934-D229-1CB523E028D9}"/>
                </a:ext>
              </a:extLst>
            </p:cNvPr>
            <p:cNvSpPr/>
            <p:nvPr/>
          </p:nvSpPr>
          <p:spPr>
            <a:xfrm>
              <a:off x="2870457" y="541284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152F72A1-0B6B-5DCB-190F-D9F8EAAD69D4}"/>
                </a:ext>
              </a:extLst>
            </p:cNvPr>
            <p:cNvSpPr/>
            <p:nvPr/>
          </p:nvSpPr>
          <p:spPr>
            <a:xfrm>
              <a:off x="2865908" y="558349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465C8AA6-6021-C947-ED69-EE2AAF09F1B3}"/>
                </a:ext>
              </a:extLst>
            </p:cNvPr>
            <p:cNvSpPr/>
            <p:nvPr/>
          </p:nvSpPr>
          <p:spPr>
            <a:xfrm>
              <a:off x="2865910" y="5749012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TextBox 228">
              <a:extLst>
                <a:ext uri="{FF2B5EF4-FFF2-40B4-BE49-F238E27FC236}">
                  <a16:creationId xmlns:a16="http://schemas.microsoft.com/office/drawing/2014/main" id="{5037E647-2B4E-34F9-F41E-1BEC68798E63}"/>
                </a:ext>
              </a:extLst>
            </p:cNvPr>
            <p:cNvSpPr txBox="1"/>
            <p:nvPr/>
          </p:nvSpPr>
          <p:spPr>
            <a:xfrm>
              <a:off x="2792416" y="5377217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10</a:t>
              </a:r>
            </a:p>
          </p:txBody>
        </p: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269DE016-0BFB-AD94-3776-5A5F846B4C0C}"/>
                </a:ext>
              </a:extLst>
            </p:cNvPr>
            <p:cNvSpPr txBox="1"/>
            <p:nvPr/>
          </p:nvSpPr>
          <p:spPr>
            <a:xfrm>
              <a:off x="2792416" y="5541638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11</a:t>
              </a:r>
            </a:p>
          </p:txBody>
        </p:sp>
        <p:sp>
          <p:nvSpPr>
            <p:cNvPr id="231" name="TextBox 230">
              <a:extLst>
                <a:ext uri="{FF2B5EF4-FFF2-40B4-BE49-F238E27FC236}">
                  <a16:creationId xmlns:a16="http://schemas.microsoft.com/office/drawing/2014/main" id="{17DFC2F4-A102-F57A-D0A6-6BA6A48C23D3}"/>
                </a:ext>
              </a:extLst>
            </p:cNvPr>
            <p:cNvSpPr txBox="1"/>
            <p:nvPr/>
          </p:nvSpPr>
          <p:spPr>
            <a:xfrm>
              <a:off x="2792416" y="5706182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12</a:t>
              </a:r>
            </a:p>
          </p:txBody>
        </p:sp>
        <p:sp>
          <p:nvSpPr>
            <p:cNvPr id="244" name="Oval 243">
              <a:extLst>
                <a:ext uri="{FF2B5EF4-FFF2-40B4-BE49-F238E27FC236}">
                  <a16:creationId xmlns:a16="http://schemas.microsoft.com/office/drawing/2014/main" id="{20A2B0A1-0E7D-47CF-94B2-8851445315F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1940" y="390206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Oval 244">
              <a:extLst>
                <a:ext uri="{FF2B5EF4-FFF2-40B4-BE49-F238E27FC236}">
                  <a16:creationId xmlns:a16="http://schemas.microsoft.com/office/drawing/2014/main" id="{0708B229-17F3-1CB9-9795-203B2FF7C54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5482" y="407185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8C3EA408-1DF4-82F9-B2FE-2B676ED6A8A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4687" y="424082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Oval 246">
              <a:extLst>
                <a:ext uri="{FF2B5EF4-FFF2-40B4-BE49-F238E27FC236}">
                  <a16:creationId xmlns:a16="http://schemas.microsoft.com/office/drawing/2014/main" id="{EDE2A55F-E077-D6F2-72F8-2826C20CD851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630" y="4402536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Oval 247">
              <a:extLst>
                <a:ext uri="{FF2B5EF4-FFF2-40B4-BE49-F238E27FC236}">
                  <a16:creationId xmlns:a16="http://schemas.microsoft.com/office/drawing/2014/main" id="{99176564-9656-08D3-1E40-D18EFE5C2B3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630" y="4569791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Oval 248">
              <a:extLst>
                <a:ext uri="{FF2B5EF4-FFF2-40B4-BE49-F238E27FC236}">
                  <a16:creationId xmlns:a16="http://schemas.microsoft.com/office/drawing/2014/main" id="{BB38959C-D230-2362-D6FB-6A66A462268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749" y="474278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Oval 249">
              <a:extLst>
                <a:ext uri="{FF2B5EF4-FFF2-40B4-BE49-F238E27FC236}">
                  <a16:creationId xmlns:a16="http://schemas.microsoft.com/office/drawing/2014/main" id="{BDB1514C-0F9E-016B-9462-CF9DAF191A19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8630" y="4917110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Oval 250">
              <a:extLst>
                <a:ext uri="{FF2B5EF4-FFF2-40B4-BE49-F238E27FC236}">
                  <a16:creationId xmlns:a16="http://schemas.microsoft.com/office/drawing/2014/main" id="{EF835B66-60D1-9EC6-5EF9-9FD08F7D921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1940" y="5078087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4856CB1A-B7BF-9273-D0C9-9C2BACD2FB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841940" y="5247054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Oval 252">
              <a:extLst>
                <a:ext uri="{FF2B5EF4-FFF2-40B4-BE49-F238E27FC236}">
                  <a16:creationId xmlns:a16="http://schemas.microsoft.com/office/drawing/2014/main" id="{89F90261-7263-9D2C-CFCB-EC0471C792D2}"/>
                </a:ext>
              </a:extLst>
            </p:cNvPr>
            <p:cNvSpPr/>
            <p:nvPr/>
          </p:nvSpPr>
          <p:spPr>
            <a:xfrm>
              <a:off x="5841940" y="541284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Oval 253">
              <a:extLst>
                <a:ext uri="{FF2B5EF4-FFF2-40B4-BE49-F238E27FC236}">
                  <a16:creationId xmlns:a16="http://schemas.microsoft.com/office/drawing/2014/main" id="{A67B6B48-EF24-838F-EC49-87CBA7986040}"/>
                </a:ext>
              </a:extLst>
            </p:cNvPr>
            <p:cNvSpPr/>
            <p:nvPr/>
          </p:nvSpPr>
          <p:spPr>
            <a:xfrm>
              <a:off x="5844648" y="5583499"/>
              <a:ext cx="144000" cy="144000"/>
            </a:xfrm>
            <a:prstGeom prst="ellipse">
              <a:avLst/>
            </a:prstGeom>
            <a:solidFill>
              <a:schemeClr val="bg1">
                <a:alpha val="89000"/>
              </a:schemeClr>
            </a:solidFill>
            <a:ln w="3175">
              <a:solidFill>
                <a:schemeClr val="tx1"/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800" dirty="0">
                <a:solidFill>
                  <a:schemeClr val="tx1"/>
                </a:solidFill>
                <a:latin typeface="Arial" panose="020B0604020202020204" pitchFamily="34" charset="0"/>
                <a:ea typeface="Verdana" panose="020B060403050404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BF157AA5-16C9-47D6-6410-23E5746E0857}"/>
                </a:ext>
              </a:extLst>
            </p:cNvPr>
            <p:cNvSpPr txBox="1"/>
            <p:nvPr/>
          </p:nvSpPr>
          <p:spPr>
            <a:xfrm>
              <a:off x="5768690" y="3874219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13</a:t>
              </a:r>
            </a:p>
          </p:txBody>
        </p:sp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C092AB13-E87E-E826-28D7-C1495087CAED}"/>
                </a:ext>
              </a:extLst>
            </p:cNvPr>
            <p:cNvSpPr txBox="1"/>
            <p:nvPr/>
          </p:nvSpPr>
          <p:spPr>
            <a:xfrm>
              <a:off x="5768690" y="4038640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14</a:t>
              </a:r>
            </a:p>
          </p:txBody>
        </p:sp>
        <p:sp>
          <p:nvSpPr>
            <p:cNvPr id="258" name="TextBox 257">
              <a:extLst>
                <a:ext uri="{FF2B5EF4-FFF2-40B4-BE49-F238E27FC236}">
                  <a16:creationId xmlns:a16="http://schemas.microsoft.com/office/drawing/2014/main" id="{1EA27349-23EE-91C3-C1A1-DA4736F87757}"/>
                </a:ext>
              </a:extLst>
            </p:cNvPr>
            <p:cNvSpPr txBox="1"/>
            <p:nvPr/>
          </p:nvSpPr>
          <p:spPr>
            <a:xfrm>
              <a:off x="5768690" y="4203184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15</a:t>
              </a:r>
            </a:p>
          </p:txBody>
        </p:sp>
        <p:sp>
          <p:nvSpPr>
            <p:cNvPr id="259" name="TextBox 258">
              <a:extLst>
                <a:ext uri="{FF2B5EF4-FFF2-40B4-BE49-F238E27FC236}">
                  <a16:creationId xmlns:a16="http://schemas.microsoft.com/office/drawing/2014/main" id="{980D55CB-5EC8-F7A3-9E8E-18CAD6A173BB}"/>
                </a:ext>
              </a:extLst>
            </p:cNvPr>
            <p:cNvSpPr txBox="1"/>
            <p:nvPr/>
          </p:nvSpPr>
          <p:spPr>
            <a:xfrm>
              <a:off x="5768690" y="4369664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16</a:t>
              </a:r>
            </a:p>
          </p:txBody>
        </p:sp>
        <p:sp>
          <p:nvSpPr>
            <p:cNvPr id="260" name="TextBox 259">
              <a:extLst>
                <a:ext uri="{FF2B5EF4-FFF2-40B4-BE49-F238E27FC236}">
                  <a16:creationId xmlns:a16="http://schemas.microsoft.com/office/drawing/2014/main" id="{A5205D1D-F3E8-A0A1-6487-A9E0B8104F93}"/>
                </a:ext>
              </a:extLst>
            </p:cNvPr>
            <p:cNvSpPr txBox="1"/>
            <p:nvPr/>
          </p:nvSpPr>
          <p:spPr>
            <a:xfrm>
              <a:off x="5768690" y="4534085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17</a:t>
              </a:r>
            </a:p>
          </p:txBody>
        </p:sp>
        <p:sp>
          <p:nvSpPr>
            <p:cNvPr id="261" name="TextBox 260">
              <a:extLst>
                <a:ext uri="{FF2B5EF4-FFF2-40B4-BE49-F238E27FC236}">
                  <a16:creationId xmlns:a16="http://schemas.microsoft.com/office/drawing/2014/main" id="{8F8B4645-28E7-9D2D-3ADA-E66AE5858B17}"/>
                </a:ext>
              </a:extLst>
            </p:cNvPr>
            <p:cNvSpPr txBox="1"/>
            <p:nvPr/>
          </p:nvSpPr>
          <p:spPr>
            <a:xfrm>
              <a:off x="5768690" y="4698629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18</a:t>
              </a:r>
            </a:p>
          </p:txBody>
        </p: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5D2B0BCD-786F-AB4D-D62C-71D745AED31A}"/>
                </a:ext>
              </a:extLst>
            </p:cNvPr>
            <p:cNvSpPr txBox="1"/>
            <p:nvPr/>
          </p:nvSpPr>
          <p:spPr>
            <a:xfrm>
              <a:off x="5768690" y="4885368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19</a:t>
              </a:r>
            </a:p>
          </p:txBody>
        </p:sp>
        <p:sp>
          <p:nvSpPr>
            <p:cNvPr id="263" name="TextBox 262">
              <a:extLst>
                <a:ext uri="{FF2B5EF4-FFF2-40B4-BE49-F238E27FC236}">
                  <a16:creationId xmlns:a16="http://schemas.microsoft.com/office/drawing/2014/main" id="{81ADEB36-33A3-749A-A4D1-8A337CE17931}"/>
                </a:ext>
              </a:extLst>
            </p:cNvPr>
            <p:cNvSpPr txBox="1"/>
            <p:nvPr/>
          </p:nvSpPr>
          <p:spPr>
            <a:xfrm>
              <a:off x="5768690" y="5049912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20</a:t>
              </a:r>
            </a:p>
          </p:txBody>
        </p:sp>
        <p:sp>
          <p:nvSpPr>
            <p:cNvPr id="264" name="TextBox 263">
              <a:extLst>
                <a:ext uri="{FF2B5EF4-FFF2-40B4-BE49-F238E27FC236}">
                  <a16:creationId xmlns:a16="http://schemas.microsoft.com/office/drawing/2014/main" id="{2D66B9FB-17A9-378D-291F-8718908E94C9}"/>
                </a:ext>
              </a:extLst>
            </p:cNvPr>
            <p:cNvSpPr txBox="1"/>
            <p:nvPr/>
          </p:nvSpPr>
          <p:spPr>
            <a:xfrm>
              <a:off x="5768690" y="5216392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21</a:t>
              </a:r>
            </a:p>
          </p:txBody>
        </p:sp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EB928593-6195-345B-80F1-0217E2420E62}"/>
                </a:ext>
              </a:extLst>
            </p:cNvPr>
            <p:cNvSpPr txBox="1"/>
            <p:nvPr/>
          </p:nvSpPr>
          <p:spPr>
            <a:xfrm>
              <a:off x="5768690" y="5380813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22</a:t>
              </a:r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EAB8714-E276-885C-78BF-5EE73ADDEDAD}"/>
                </a:ext>
              </a:extLst>
            </p:cNvPr>
            <p:cNvSpPr txBox="1"/>
            <p:nvPr/>
          </p:nvSpPr>
          <p:spPr>
            <a:xfrm>
              <a:off x="5768690" y="5545357"/>
              <a:ext cx="300082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800" dirty="0">
                  <a:latin typeface="Arial" panose="020B0604020202020204" pitchFamily="34" charset="0"/>
                  <a:ea typeface="Verdana" panose="020B0604030504040204" pitchFamily="34" charset="0"/>
                  <a:cs typeface="Arial" panose="020B0604020202020204" pitchFamily="34" charset="0"/>
                </a:rPr>
                <a:t>23</a:t>
              </a:r>
            </a:p>
          </p:txBody>
        </p:sp>
      </p:grpSp>
      <p:pic>
        <p:nvPicPr>
          <p:cNvPr id="267" name="Picture 266" descr="A map of the world&#10;&#10;AI-generated content may be incorrect.">
            <a:extLst>
              <a:ext uri="{FF2B5EF4-FFF2-40B4-BE49-F238E27FC236}">
                <a16:creationId xmlns:a16="http://schemas.microsoft.com/office/drawing/2014/main" id="{32A7BDD0-CA19-789F-4CA4-1320E8AB0E6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3032" t="24444" r="10590" b="28353"/>
          <a:stretch>
            <a:fillRect/>
          </a:stretch>
        </p:blipFill>
        <p:spPr>
          <a:xfrm rot="5400000">
            <a:off x="1190524" y="1744286"/>
            <a:ext cx="245659" cy="1121148"/>
          </a:xfrm>
          <a:prstGeom prst="rect">
            <a:avLst/>
          </a:prstGeom>
        </p:spPr>
      </p:pic>
      <p:sp>
        <p:nvSpPr>
          <p:cNvPr id="268" name="TextBox 267">
            <a:extLst>
              <a:ext uri="{FF2B5EF4-FFF2-40B4-BE49-F238E27FC236}">
                <a16:creationId xmlns:a16="http://schemas.microsoft.com/office/drawing/2014/main" id="{54F74978-35C5-BA6D-93F3-8916F854858C}"/>
              </a:ext>
            </a:extLst>
          </p:cNvPr>
          <p:cNvSpPr txBox="1"/>
          <p:nvPr/>
        </p:nvSpPr>
        <p:spPr>
          <a:xfrm>
            <a:off x="560179" y="2363264"/>
            <a:ext cx="399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349353C9-4CAA-E132-BFDD-4861BCBBD607}"/>
              </a:ext>
            </a:extLst>
          </p:cNvPr>
          <p:cNvSpPr txBox="1"/>
          <p:nvPr/>
        </p:nvSpPr>
        <p:spPr>
          <a:xfrm>
            <a:off x="760074" y="2363768"/>
            <a:ext cx="39979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30</a:t>
            </a:r>
          </a:p>
        </p:txBody>
      </p:sp>
      <p:sp>
        <p:nvSpPr>
          <p:cNvPr id="270" name="TextBox 269">
            <a:extLst>
              <a:ext uri="{FF2B5EF4-FFF2-40B4-BE49-F238E27FC236}">
                <a16:creationId xmlns:a16="http://schemas.microsoft.com/office/drawing/2014/main" id="{43707EB3-BD32-C9C1-2CE9-24F445F1B37E}"/>
              </a:ext>
            </a:extLst>
          </p:cNvPr>
          <p:cNvSpPr txBox="1"/>
          <p:nvPr/>
        </p:nvSpPr>
        <p:spPr>
          <a:xfrm>
            <a:off x="925662" y="2357081"/>
            <a:ext cx="582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80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CC5EEA37-AC07-8C0A-89BC-593824142F35}"/>
              </a:ext>
            </a:extLst>
          </p:cNvPr>
          <p:cNvSpPr txBox="1"/>
          <p:nvPr/>
        </p:nvSpPr>
        <p:spPr>
          <a:xfrm>
            <a:off x="1321890" y="2362515"/>
            <a:ext cx="58202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150</a:t>
            </a:r>
          </a:p>
        </p:txBody>
      </p:sp>
      <p:pic>
        <p:nvPicPr>
          <p:cNvPr id="3" name="Picture 2" descr="A map of the world with red dots&#10;&#10;AI-generated content may be incorrect.">
            <a:extLst>
              <a:ext uri="{FF2B5EF4-FFF2-40B4-BE49-F238E27FC236}">
                <a16:creationId xmlns:a16="http://schemas.microsoft.com/office/drawing/2014/main" id="{D515F658-678E-20B7-FA81-9BBEB26C52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3868" t="23847" r="12071" b="28458"/>
          <a:stretch>
            <a:fillRect/>
          </a:stretch>
        </p:blipFill>
        <p:spPr>
          <a:xfrm rot="5400000">
            <a:off x="1206464" y="1712982"/>
            <a:ext cx="245661" cy="1172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614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14717</TotalTime>
  <Words>332</Words>
  <Application>Microsoft Macintosh PowerPoint</Application>
  <PresentationFormat>Custom</PresentationFormat>
  <Paragraphs>154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Verdana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Beem-Miller, Jeffrey</dc:creator>
  <cp:lastModifiedBy>Beem-Miller, Jeffrey</cp:lastModifiedBy>
  <cp:revision>5</cp:revision>
  <dcterms:created xsi:type="dcterms:W3CDTF">2025-09-12T11:43:43Z</dcterms:created>
  <dcterms:modified xsi:type="dcterms:W3CDTF">2025-12-15T15:33:16Z</dcterms:modified>
</cp:coreProperties>
</file>