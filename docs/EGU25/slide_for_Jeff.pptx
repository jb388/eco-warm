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04" autoAdjust="0"/>
    <p:restoredTop sz="94672"/>
  </p:normalViewPr>
  <p:slideViewPr>
    <p:cSldViewPr snapToGrid="0">
      <p:cViewPr varScale="1">
        <p:scale>
          <a:sx n="113" d="100"/>
          <a:sy n="113" d="100"/>
        </p:scale>
        <p:origin x="7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56dd45bea845609a" providerId="LiveId" clId="{6344D010-78FA-4A75-9EEE-E2164971B779}"/>
    <pc:docChg chg="custSel addSld modSld">
      <pc:chgData name="" userId="56dd45bea845609a" providerId="LiveId" clId="{6344D010-78FA-4A75-9EEE-E2164971B779}" dt="2025-03-26T05:06:11.295" v="210" actId="1037"/>
      <pc:docMkLst>
        <pc:docMk/>
      </pc:docMkLst>
    </pc:docChg>
  </pc:docChgLst>
  <pc:docChgLst>
    <pc:chgData userId="56dd45bea845609a" providerId="LiveId" clId="{DD7251AA-6E97-4514-A0BD-59E4E57F3421}"/>
  </pc:docChgLst>
  <pc:docChgLst>
    <pc:chgData userId="56dd45bea845609a" providerId="LiveId" clId="{2011D13F-0BB8-4476-9F82-647EFD08F32A}"/>
    <pc:docChg chg="undo custSel delSld modSld delSection modSection">
      <pc:chgData name="" userId="56dd45bea845609a" providerId="LiveId" clId="{2011D13F-0BB8-4476-9F82-647EFD08F32A}" dt="2025-04-24T18:25:47.369" v="639" actId="1076"/>
      <pc:docMkLst>
        <pc:docMk/>
      </pc:docMkLst>
      <pc:sldChg chg="del">
        <pc:chgData name="" userId="56dd45bea845609a" providerId="LiveId" clId="{2011D13F-0BB8-4476-9F82-647EFD08F32A}" dt="2025-04-24T18:01:52.965" v="6" actId="2696"/>
        <pc:sldMkLst>
          <pc:docMk/>
          <pc:sldMk cId="3111673021" sldId="256"/>
        </pc:sldMkLst>
      </pc:sldChg>
      <pc:sldChg chg="del">
        <pc:chgData name="" userId="56dd45bea845609a" providerId="LiveId" clId="{2011D13F-0BB8-4476-9F82-647EFD08F32A}" dt="2025-04-24T18:01:52.983" v="7" actId="2696"/>
        <pc:sldMkLst>
          <pc:docMk/>
          <pc:sldMk cId="1972354868" sldId="257"/>
        </pc:sldMkLst>
      </pc:sldChg>
      <pc:sldChg chg="del">
        <pc:chgData name="" userId="56dd45bea845609a" providerId="LiveId" clId="{2011D13F-0BB8-4476-9F82-647EFD08F32A}" dt="2025-04-24T18:01:53.196" v="12" actId="2696"/>
        <pc:sldMkLst>
          <pc:docMk/>
          <pc:sldMk cId="2603271124" sldId="258"/>
        </pc:sldMkLst>
      </pc:sldChg>
      <pc:sldChg chg="del">
        <pc:chgData name="" userId="56dd45bea845609a" providerId="LiveId" clId="{2011D13F-0BB8-4476-9F82-647EFD08F32A}" dt="2025-04-24T18:01:53.217" v="13" actId="2696"/>
        <pc:sldMkLst>
          <pc:docMk/>
          <pc:sldMk cId="1531538541" sldId="259"/>
        </pc:sldMkLst>
      </pc:sldChg>
      <pc:sldChg chg="del">
        <pc:chgData name="" userId="56dd45bea845609a" providerId="LiveId" clId="{2011D13F-0BB8-4476-9F82-647EFD08F32A}" dt="2025-04-24T18:01:52.751" v="0" actId="2696"/>
        <pc:sldMkLst>
          <pc:docMk/>
          <pc:sldMk cId="867414514" sldId="260"/>
        </pc:sldMkLst>
      </pc:sldChg>
      <pc:sldChg chg="del">
        <pc:chgData name="" userId="56dd45bea845609a" providerId="LiveId" clId="{2011D13F-0BB8-4476-9F82-647EFD08F32A}" dt="2025-04-24T18:01:52.830" v="2" actId="2696"/>
        <pc:sldMkLst>
          <pc:docMk/>
          <pc:sldMk cId="406759085" sldId="261"/>
        </pc:sldMkLst>
      </pc:sldChg>
      <pc:sldChg chg="del">
        <pc:chgData name="" userId="56dd45bea845609a" providerId="LiveId" clId="{2011D13F-0BB8-4476-9F82-647EFD08F32A}" dt="2025-04-24T18:01:52.867" v="3" actId="2696"/>
        <pc:sldMkLst>
          <pc:docMk/>
          <pc:sldMk cId="3820572966" sldId="262"/>
        </pc:sldMkLst>
      </pc:sldChg>
      <pc:sldChg chg="del">
        <pc:chgData name="" userId="56dd45bea845609a" providerId="LiveId" clId="{2011D13F-0BB8-4476-9F82-647EFD08F32A}" dt="2025-04-24T18:01:52.795" v="1" actId="2696"/>
        <pc:sldMkLst>
          <pc:docMk/>
          <pc:sldMk cId="2870775840" sldId="263"/>
        </pc:sldMkLst>
      </pc:sldChg>
      <pc:sldChg chg="del">
        <pc:chgData name="" userId="56dd45bea845609a" providerId="LiveId" clId="{2011D13F-0BB8-4476-9F82-647EFD08F32A}" dt="2025-04-24T18:01:52.999" v="8" actId="2696"/>
        <pc:sldMkLst>
          <pc:docMk/>
          <pc:sldMk cId="3495876311" sldId="264"/>
        </pc:sldMkLst>
      </pc:sldChg>
      <pc:sldChg chg="del">
        <pc:chgData name="" userId="56dd45bea845609a" providerId="LiveId" clId="{2011D13F-0BB8-4476-9F82-647EFD08F32A}" dt="2025-04-24T18:01:53.015" v="9" actId="2696"/>
        <pc:sldMkLst>
          <pc:docMk/>
          <pc:sldMk cId="2250538946" sldId="265"/>
        </pc:sldMkLst>
      </pc:sldChg>
      <pc:sldChg chg="del">
        <pc:chgData name="" userId="56dd45bea845609a" providerId="LiveId" clId="{2011D13F-0BB8-4476-9F82-647EFD08F32A}" dt="2025-04-24T18:01:53.036" v="10" actId="2696"/>
        <pc:sldMkLst>
          <pc:docMk/>
          <pc:sldMk cId="1155556715" sldId="266"/>
        </pc:sldMkLst>
      </pc:sldChg>
      <pc:sldChg chg="del">
        <pc:chgData name="" userId="56dd45bea845609a" providerId="LiveId" clId="{2011D13F-0BB8-4476-9F82-647EFD08F32A}" dt="2025-04-24T18:01:53.051" v="11" actId="2696"/>
        <pc:sldMkLst>
          <pc:docMk/>
          <pc:sldMk cId="3321590670" sldId="267"/>
        </pc:sldMkLst>
      </pc:sldChg>
      <pc:sldChg chg="del">
        <pc:chgData name="" userId="56dd45bea845609a" providerId="LiveId" clId="{2011D13F-0BB8-4476-9F82-647EFD08F32A}" dt="2025-04-24T18:01:52.909" v="4" actId="2696"/>
        <pc:sldMkLst>
          <pc:docMk/>
          <pc:sldMk cId="1843291394" sldId="268"/>
        </pc:sldMkLst>
      </pc:sldChg>
      <pc:sldChg chg="del">
        <pc:chgData name="" userId="56dd45bea845609a" providerId="LiveId" clId="{2011D13F-0BB8-4476-9F82-647EFD08F32A}" dt="2025-04-24T18:01:52.940" v="5" actId="2696"/>
        <pc:sldMkLst>
          <pc:docMk/>
          <pc:sldMk cId="3475278486" sldId="269"/>
        </pc:sldMkLst>
      </pc:sldChg>
      <pc:sldChg chg="del">
        <pc:chgData name="" userId="56dd45bea845609a" providerId="LiveId" clId="{2011D13F-0BB8-4476-9F82-647EFD08F32A}" dt="2025-04-24T18:01:53.258" v="15" actId="2696"/>
        <pc:sldMkLst>
          <pc:docMk/>
          <pc:sldMk cId="943898048" sldId="270"/>
        </pc:sldMkLst>
      </pc:sldChg>
      <pc:sldChg chg="del">
        <pc:chgData name="" userId="56dd45bea845609a" providerId="LiveId" clId="{2011D13F-0BB8-4476-9F82-647EFD08F32A}" dt="2025-04-24T18:01:53.325" v="18" actId="2696"/>
        <pc:sldMkLst>
          <pc:docMk/>
          <pc:sldMk cId="510647934" sldId="271"/>
        </pc:sldMkLst>
      </pc:sldChg>
      <pc:sldChg chg="del">
        <pc:chgData name="" userId="56dd45bea845609a" providerId="LiveId" clId="{2011D13F-0BB8-4476-9F82-647EFD08F32A}" dt="2025-04-24T18:01:53.310" v="17" actId="2696"/>
        <pc:sldMkLst>
          <pc:docMk/>
          <pc:sldMk cId="59435090" sldId="272"/>
        </pc:sldMkLst>
      </pc:sldChg>
      <pc:sldChg chg="del">
        <pc:chgData name="" userId="56dd45bea845609a" providerId="LiveId" clId="{2011D13F-0BB8-4476-9F82-647EFD08F32A}" dt="2025-04-24T18:01:53.356" v="20" actId="2696"/>
        <pc:sldMkLst>
          <pc:docMk/>
          <pc:sldMk cId="1346779546" sldId="273"/>
        </pc:sldMkLst>
      </pc:sldChg>
      <pc:sldChg chg="del">
        <pc:chgData name="" userId="56dd45bea845609a" providerId="LiveId" clId="{2011D13F-0BB8-4476-9F82-647EFD08F32A}" dt="2025-04-24T18:01:53.374" v="21" actId="2696"/>
        <pc:sldMkLst>
          <pc:docMk/>
          <pc:sldMk cId="1043266408" sldId="274"/>
        </pc:sldMkLst>
      </pc:sldChg>
      <pc:sldChg chg="del">
        <pc:chgData name="" userId="56dd45bea845609a" providerId="LiveId" clId="{2011D13F-0BB8-4476-9F82-647EFD08F32A}" dt="2025-04-24T18:01:53.486" v="23" actId="2696"/>
        <pc:sldMkLst>
          <pc:docMk/>
          <pc:sldMk cId="1543963593" sldId="275"/>
        </pc:sldMkLst>
      </pc:sldChg>
      <pc:sldChg chg="del">
        <pc:chgData name="" userId="56dd45bea845609a" providerId="LiveId" clId="{2011D13F-0BB8-4476-9F82-647EFD08F32A}" dt="2025-04-24T18:01:53.244" v="14" actId="2696"/>
        <pc:sldMkLst>
          <pc:docMk/>
          <pc:sldMk cId="2735554490" sldId="276"/>
        </pc:sldMkLst>
      </pc:sldChg>
      <pc:sldChg chg="del">
        <pc:chgData name="" userId="56dd45bea845609a" providerId="LiveId" clId="{2011D13F-0BB8-4476-9F82-647EFD08F32A}" dt="2025-04-24T18:01:53.396" v="22" actId="2696"/>
        <pc:sldMkLst>
          <pc:docMk/>
          <pc:sldMk cId="3550093774" sldId="277"/>
        </pc:sldMkLst>
      </pc:sldChg>
      <pc:sldChg chg="del">
        <pc:chgData name="" userId="56dd45bea845609a" providerId="LiveId" clId="{2011D13F-0BB8-4476-9F82-647EFD08F32A}" dt="2025-04-24T18:01:53.279" v="16" actId="2696"/>
        <pc:sldMkLst>
          <pc:docMk/>
          <pc:sldMk cId="2510683101" sldId="278"/>
        </pc:sldMkLst>
      </pc:sldChg>
      <pc:sldChg chg="del">
        <pc:chgData name="" userId="56dd45bea845609a" providerId="LiveId" clId="{2011D13F-0BB8-4476-9F82-647EFD08F32A}" dt="2025-04-24T18:01:53.505" v="24" actId="2696"/>
        <pc:sldMkLst>
          <pc:docMk/>
          <pc:sldMk cId="1743986495" sldId="279"/>
        </pc:sldMkLst>
      </pc:sldChg>
      <pc:sldChg chg="del">
        <pc:chgData name="" userId="56dd45bea845609a" providerId="LiveId" clId="{2011D13F-0BB8-4476-9F82-647EFD08F32A}" dt="2025-04-24T18:01:53.543" v="27" actId="2696"/>
        <pc:sldMkLst>
          <pc:docMk/>
          <pc:sldMk cId="3092191592" sldId="280"/>
        </pc:sldMkLst>
      </pc:sldChg>
      <pc:sldChg chg="del">
        <pc:chgData name="" userId="56dd45bea845609a" providerId="LiveId" clId="{2011D13F-0BB8-4476-9F82-647EFD08F32A}" dt="2025-04-24T18:01:53.611" v="30" actId="2696"/>
        <pc:sldMkLst>
          <pc:docMk/>
          <pc:sldMk cId="2661307107" sldId="281"/>
        </pc:sldMkLst>
      </pc:sldChg>
      <pc:sldChg chg="del">
        <pc:chgData name="" userId="56dd45bea845609a" providerId="LiveId" clId="{2011D13F-0BB8-4476-9F82-647EFD08F32A}" dt="2025-04-24T18:01:53.585" v="28" actId="2696"/>
        <pc:sldMkLst>
          <pc:docMk/>
          <pc:sldMk cId="2350579994" sldId="282"/>
        </pc:sldMkLst>
      </pc:sldChg>
      <pc:sldChg chg="del">
        <pc:chgData name="" userId="56dd45bea845609a" providerId="LiveId" clId="{2011D13F-0BB8-4476-9F82-647EFD08F32A}" dt="2025-04-24T18:01:53.528" v="25" actId="2696"/>
        <pc:sldMkLst>
          <pc:docMk/>
          <pc:sldMk cId="3066290966" sldId="283"/>
        </pc:sldMkLst>
      </pc:sldChg>
      <pc:sldChg chg="del">
        <pc:chgData name="" userId="56dd45bea845609a" providerId="LiveId" clId="{2011D13F-0BB8-4476-9F82-647EFD08F32A}" dt="2025-04-24T18:01:53.536" v="26" actId="2696"/>
        <pc:sldMkLst>
          <pc:docMk/>
          <pc:sldMk cId="3380966415" sldId="284"/>
        </pc:sldMkLst>
      </pc:sldChg>
      <pc:sldChg chg="del">
        <pc:chgData name="" userId="56dd45bea845609a" providerId="LiveId" clId="{2011D13F-0BB8-4476-9F82-647EFD08F32A}" dt="2025-04-24T18:01:53.598" v="29" actId="2696"/>
        <pc:sldMkLst>
          <pc:docMk/>
          <pc:sldMk cId="3559459497" sldId="285"/>
        </pc:sldMkLst>
      </pc:sldChg>
      <pc:sldChg chg="del">
        <pc:chgData name="" userId="56dd45bea845609a" providerId="LiveId" clId="{2011D13F-0BB8-4476-9F82-647EFD08F32A}" dt="2025-04-24T18:01:53.631" v="32" actId="2696"/>
        <pc:sldMkLst>
          <pc:docMk/>
          <pc:sldMk cId="353239995" sldId="286"/>
        </pc:sldMkLst>
      </pc:sldChg>
      <pc:sldChg chg="del">
        <pc:chgData name="" userId="56dd45bea845609a" providerId="LiveId" clId="{2011D13F-0BB8-4476-9F82-647EFD08F32A}" dt="2025-04-24T18:01:53.623" v="31" actId="2696"/>
        <pc:sldMkLst>
          <pc:docMk/>
          <pc:sldMk cId="2593787562" sldId="287"/>
        </pc:sldMkLst>
      </pc:sldChg>
      <pc:sldChg chg="del">
        <pc:chgData name="" userId="56dd45bea845609a" providerId="LiveId" clId="{2011D13F-0BB8-4476-9F82-647EFD08F32A}" dt="2025-04-24T18:01:53.646" v="33" actId="2696"/>
        <pc:sldMkLst>
          <pc:docMk/>
          <pc:sldMk cId="869444334" sldId="288"/>
        </pc:sldMkLst>
      </pc:sldChg>
      <pc:sldChg chg="del">
        <pc:chgData name="" userId="56dd45bea845609a" providerId="LiveId" clId="{2011D13F-0BB8-4476-9F82-647EFD08F32A}" dt="2025-04-24T18:01:53.340" v="19" actId="2696"/>
        <pc:sldMkLst>
          <pc:docMk/>
          <pc:sldMk cId="873885456" sldId="289"/>
        </pc:sldMkLst>
      </pc:sldChg>
      <pc:sldChg chg="del">
        <pc:chgData name="" userId="56dd45bea845609a" providerId="LiveId" clId="{2011D13F-0BB8-4476-9F82-647EFD08F32A}" dt="2025-04-24T18:01:53.694" v="37" actId="2696"/>
        <pc:sldMkLst>
          <pc:docMk/>
          <pc:sldMk cId="3630975233" sldId="290"/>
        </pc:sldMkLst>
      </pc:sldChg>
      <pc:sldChg chg="del">
        <pc:chgData name="" userId="56dd45bea845609a" providerId="LiveId" clId="{2011D13F-0BB8-4476-9F82-647EFD08F32A}" dt="2025-04-24T18:01:53.653" v="34" actId="2696"/>
        <pc:sldMkLst>
          <pc:docMk/>
          <pc:sldMk cId="1818483510" sldId="291"/>
        </pc:sldMkLst>
      </pc:sldChg>
      <pc:sldChg chg="del">
        <pc:chgData name="" userId="56dd45bea845609a" providerId="LiveId" clId="{2011D13F-0BB8-4476-9F82-647EFD08F32A}" dt="2025-04-24T18:01:53.658" v="35" actId="2696"/>
        <pc:sldMkLst>
          <pc:docMk/>
          <pc:sldMk cId="407733232" sldId="292"/>
        </pc:sldMkLst>
      </pc:sldChg>
      <pc:sldChg chg="del">
        <pc:chgData name="" userId="56dd45bea845609a" providerId="LiveId" clId="{2011D13F-0BB8-4476-9F82-647EFD08F32A}" dt="2025-04-24T18:01:53.685" v="36" actId="2696"/>
        <pc:sldMkLst>
          <pc:docMk/>
          <pc:sldMk cId="3462899186" sldId="293"/>
        </pc:sldMkLst>
      </pc:sldChg>
      <pc:sldChg chg="del">
        <pc:chgData name="" userId="56dd45bea845609a" providerId="LiveId" clId="{2011D13F-0BB8-4476-9F82-647EFD08F32A}" dt="2025-04-24T18:01:53.712" v="38" actId="2696"/>
        <pc:sldMkLst>
          <pc:docMk/>
          <pc:sldMk cId="3671329187" sldId="294"/>
        </pc:sldMkLst>
      </pc:sldChg>
      <pc:sldChg chg="del">
        <pc:chgData name="" userId="56dd45bea845609a" providerId="LiveId" clId="{2011D13F-0BB8-4476-9F82-647EFD08F32A}" dt="2025-04-24T18:01:53.763" v="41" actId="2696"/>
        <pc:sldMkLst>
          <pc:docMk/>
          <pc:sldMk cId="2732922474" sldId="295"/>
        </pc:sldMkLst>
      </pc:sldChg>
      <pc:sldChg chg="del">
        <pc:chgData name="" userId="56dd45bea845609a" providerId="LiveId" clId="{2011D13F-0BB8-4476-9F82-647EFD08F32A}" dt="2025-04-24T18:01:53.732" v="39" actId="2696"/>
        <pc:sldMkLst>
          <pc:docMk/>
          <pc:sldMk cId="2263870487" sldId="296"/>
        </pc:sldMkLst>
      </pc:sldChg>
      <pc:sldChg chg="del">
        <pc:chgData name="" userId="56dd45bea845609a" providerId="LiveId" clId="{2011D13F-0BB8-4476-9F82-647EFD08F32A}" dt="2025-04-24T18:01:53.742" v="40" actId="2696"/>
        <pc:sldMkLst>
          <pc:docMk/>
          <pc:sldMk cId="3023127915" sldId="297"/>
        </pc:sldMkLst>
      </pc:sldChg>
      <pc:sldChg chg="del">
        <pc:chgData name="" userId="56dd45bea845609a" providerId="LiveId" clId="{2011D13F-0BB8-4476-9F82-647EFD08F32A}" dt="2025-04-24T18:01:53.775" v="42" actId="2696"/>
        <pc:sldMkLst>
          <pc:docMk/>
          <pc:sldMk cId="3937644592" sldId="299"/>
        </pc:sldMkLst>
      </pc:sldChg>
      <pc:sldChg chg="del">
        <pc:chgData name="" userId="56dd45bea845609a" providerId="LiveId" clId="{2011D13F-0BB8-4476-9F82-647EFD08F32A}" dt="2025-04-24T18:01:53.826" v="43" actId="2696"/>
        <pc:sldMkLst>
          <pc:docMk/>
          <pc:sldMk cId="1137038320" sldId="300"/>
        </pc:sldMkLst>
      </pc:sldChg>
      <pc:sldChg chg="del">
        <pc:chgData name="" userId="56dd45bea845609a" providerId="LiveId" clId="{2011D13F-0BB8-4476-9F82-647EFD08F32A}" dt="2025-04-24T18:01:53.840" v="44" actId="2696"/>
        <pc:sldMkLst>
          <pc:docMk/>
          <pc:sldMk cId="4088059916" sldId="301"/>
        </pc:sldMkLst>
      </pc:sldChg>
      <pc:sldChg chg="del">
        <pc:chgData name="" userId="56dd45bea845609a" providerId="LiveId" clId="{2011D13F-0BB8-4476-9F82-647EFD08F32A}" dt="2025-04-24T18:01:53.848" v="45" actId="2696"/>
        <pc:sldMkLst>
          <pc:docMk/>
          <pc:sldMk cId="3601533903" sldId="303"/>
        </pc:sldMkLst>
      </pc:sldChg>
      <pc:sldChg chg="del">
        <pc:chgData name="" userId="56dd45bea845609a" providerId="LiveId" clId="{2011D13F-0BB8-4476-9F82-647EFD08F32A}" dt="2025-04-24T18:01:53.865" v="46" actId="2696"/>
        <pc:sldMkLst>
          <pc:docMk/>
          <pc:sldMk cId="3274251935" sldId="305"/>
        </pc:sldMkLst>
      </pc:sldChg>
      <pc:sldChg chg="del">
        <pc:chgData name="" userId="56dd45bea845609a" providerId="LiveId" clId="{2011D13F-0BB8-4476-9F82-647EFD08F32A}" dt="2025-04-24T18:01:53.874" v="47" actId="2696"/>
        <pc:sldMkLst>
          <pc:docMk/>
          <pc:sldMk cId="3722160572" sldId="306"/>
        </pc:sldMkLst>
      </pc:sldChg>
      <pc:sldChg chg="del">
        <pc:chgData name="" userId="56dd45bea845609a" providerId="LiveId" clId="{2011D13F-0BB8-4476-9F82-647EFD08F32A}" dt="2025-04-24T18:01:53.900" v="49" actId="2696"/>
        <pc:sldMkLst>
          <pc:docMk/>
          <pc:sldMk cId="1811454014" sldId="307"/>
        </pc:sldMkLst>
      </pc:sldChg>
      <pc:sldChg chg="del">
        <pc:chgData name="" userId="56dd45bea845609a" providerId="LiveId" clId="{2011D13F-0BB8-4476-9F82-647EFD08F32A}" dt="2025-04-24T18:01:53.892" v="48" actId="2696"/>
        <pc:sldMkLst>
          <pc:docMk/>
          <pc:sldMk cId="4207284084" sldId="308"/>
        </pc:sldMkLst>
      </pc:sldChg>
      <pc:sldChg chg="del">
        <pc:chgData name="" userId="56dd45bea845609a" providerId="LiveId" clId="{2011D13F-0BB8-4476-9F82-647EFD08F32A}" dt="2025-04-24T18:01:53.925" v="50" actId="2696"/>
        <pc:sldMkLst>
          <pc:docMk/>
          <pc:sldMk cId="1662819559" sldId="309"/>
        </pc:sldMkLst>
      </pc:sldChg>
      <pc:sldChg chg="del">
        <pc:chgData name="" userId="56dd45bea845609a" providerId="LiveId" clId="{2011D13F-0BB8-4476-9F82-647EFD08F32A}" dt="2025-04-24T18:01:53.940" v="51" actId="2696"/>
        <pc:sldMkLst>
          <pc:docMk/>
          <pc:sldMk cId="3417804073" sldId="310"/>
        </pc:sldMkLst>
      </pc:sldChg>
      <pc:sldChg chg="del">
        <pc:chgData name="" userId="56dd45bea845609a" providerId="LiveId" clId="{2011D13F-0BB8-4476-9F82-647EFD08F32A}" dt="2025-04-24T18:06:38.778" v="209" actId="2696"/>
        <pc:sldMkLst>
          <pc:docMk/>
          <pc:sldMk cId="2136450422" sldId="313"/>
        </pc:sldMkLst>
      </pc:sldChg>
      <pc:sldChg chg="del">
        <pc:chgData name="" userId="56dd45bea845609a" providerId="LiveId" clId="{2011D13F-0BB8-4476-9F82-647EFD08F32A}" dt="2025-04-24T18:06:40.941" v="210" actId="2696"/>
        <pc:sldMkLst>
          <pc:docMk/>
          <pc:sldMk cId="1226017807" sldId="314"/>
        </pc:sldMkLst>
      </pc:sldChg>
      <pc:sldChg chg="addSp delSp modSp">
        <pc:chgData name="" userId="56dd45bea845609a" providerId="LiveId" clId="{2011D13F-0BB8-4476-9F82-647EFD08F32A}" dt="2025-04-24T18:25:47.369" v="639" actId="1076"/>
        <pc:sldMkLst>
          <pc:docMk/>
          <pc:sldMk cId="82421583" sldId="315"/>
        </pc:sldMkLst>
        <pc:spChg chg="add mod">
          <ac:chgData name="" userId="56dd45bea845609a" providerId="LiveId" clId="{2011D13F-0BB8-4476-9F82-647EFD08F32A}" dt="2025-04-24T18:25:29.006" v="636" actId="1076"/>
          <ac:spMkLst>
            <pc:docMk/>
            <pc:sldMk cId="82421583" sldId="315"/>
            <ac:spMk id="4" creationId="{03788B4B-16E0-4CA7-BECF-820F1A77CE9D}"/>
          </ac:spMkLst>
        </pc:spChg>
        <pc:spChg chg="add mod">
          <ac:chgData name="" userId="56dd45bea845609a" providerId="LiveId" clId="{2011D13F-0BB8-4476-9F82-647EFD08F32A}" dt="2025-04-24T18:23:57.781" v="606" actId="1076"/>
          <ac:spMkLst>
            <pc:docMk/>
            <pc:sldMk cId="82421583" sldId="315"/>
            <ac:spMk id="5" creationId="{AF9630A5-E2E3-4F32-AC29-59EE573DCF26}"/>
          </ac:spMkLst>
        </pc:spChg>
        <pc:spChg chg="mod">
          <ac:chgData name="" userId="56dd45bea845609a" providerId="LiveId" clId="{2011D13F-0BB8-4476-9F82-647EFD08F32A}" dt="2025-04-24T18:25:24.672" v="635" actId="1076"/>
          <ac:spMkLst>
            <pc:docMk/>
            <pc:sldMk cId="82421583" sldId="315"/>
            <ac:spMk id="15" creationId="{D61D54DF-02CE-6000-B886-957F8C28AEBC}"/>
          </ac:spMkLst>
        </pc:spChg>
        <pc:spChg chg="del">
          <ac:chgData name="" userId="56dd45bea845609a" providerId="LiveId" clId="{2011D13F-0BB8-4476-9F82-647EFD08F32A}" dt="2025-04-24T18:05:21.323" v="95" actId="478"/>
          <ac:spMkLst>
            <pc:docMk/>
            <pc:sldMk cId="82421583" sldId="315"/>
            <ac:spMk id="16" creationId="{5BA868C7-5E8B-FCD9-8CA9-4A561B9FFF30}"/>
          </ac:spMkLst>
        </pc:spChg>
        <pc:spChg chg="add mod">
          <ac:chgData name="" userId="56dd45bea845609a" providerId="LiveId" clId="{2011D13F-0BB8-4476-9F82-647EFD08F32A}" dt="2025-04-24T18:17:22.981" v="545" actId="20577"/>
          <ac:spMkLst>
            <pc:docMk/>
            <pc:sldMk cId="82421583" sldId="315"/>
            <ac:spMk id="18" creationId="{3A54946C-81A6-4262-9B45-A01AAE5D2A5B}"/>
          </ac:spMkLst>
        </pc:spChg>
        <pc:spChg chg="add mod">
          <ac:chgData name="" userId="56dd45bea845609a" providerId="LiveId" clId="{2011D13F-0BB8-4476-9F82-647EFD08F32A}" dt="2025-04-24T18:25:47.369" v="639" actId="1076"/>
          <ac:spMkLst>
            <pc:docMk/>
            <pc:sldMk cId="82421583" sldId="315"/>
            <ac:spMk id="19" creationId="{49817F7A-0D5F-4CA3-8A5F-06ED1D76646A}"/>
          </ac:spMkLst>
        </pc:spChg>
        <pc:picChg chg="add mod">
          <ac:chgData name="" userId="56dd45bea845609a" providerId="LiveId" clId="{2011D13F-0BB8-4476-9F82-647EFD08F32A}" dt="2025-04-24T18:18:01.195" v="550" actId="1076"/>
          <ac:picMkLst>
            <pc:docMk/>
            <pc:sldMk cId="82421583" sldId="315"/>
            <ac:picMk id="3" creationId="{A37E2590-968D-48D2-BC26-9FCDB9B0CADB}"/>
          </ac:picMkLst>
        </pc:picChg>
        <pc:picChg chg="mod">
          <ac:chgData name="" userId="56dd45bea845609a" providerId="LiveId" clId="{2011D13F-0BB8-4476-9F82-647EFD08F32A}" dt="2025-04-24T18:15:19.969" v="522" actId="1076"/>
          <ac:picMkLst>
            <pc:docMk/>
            <pc:sldMk cId="82421583" sldId="315"/>
            <ac:picMk id="6" creationId="{7C81CEB1-95BC-33CF-79AF-06EB2B68B542}"/>
          </ac:picMkLst>
        </pc:picChg>
        <pc:picChg chg="mod ord">
          <ac:chgData name="" userId="56dd45bea845609a" providerId="LiveId" clId="{2011D13F-0BB8-4476-9F82-647EFD08F32A}" dt="2025-04-24T18:15:19.969" v="522" actId="1076"/>
          <ac:picMkLst>
            <pc:docMk/>
            <pc:sldMk cId="82421583" sldId="315"/>
            <ac:picMk id="8" creationId="{D1F87B4E-9A56-A7AD-2E2F-4639E863C67F}"/>
          </ac:picMkLst>
        </pc:picChg>
        <pc:picChg chg="mod">
          <ac:chgData name="" userId="56dd45bea845609a" providerId="LiveId" clId="{2011D13F-0BB8-4476-9F82-647EFD08F32A}" dt="2025-04-24T18:15:19.969" v="522" actId="1076"/>
          <ac:picMkLst>
            <pc:docMk/>
            <pc:sldMk cId="82421583" sldId="315"/>
            <ac:picMk id="10" creationId="{78EFA2C6-44EE-E136-EFB3-0C5A1324B807}"/>
          </ac:picMkLst>
        </pc:picChg>
        <pc:picChg chg="add mod">
          <ac:chgData name="" userId="56dd45bea845609a" providerId="LiveId" clId="{2011D13F-0BB8-4476-9F82-647EFD08F32A}" dt="2025-04-24T18:15:00.075" v="518" actId="1076"/>
          <ac:picMkLst>
            <pc:docMk/>
            <pc:sldMk cId="82421583" sldId="315"/>
            <ac:picMk id="11" creationId="{BFC75DAD-E83F-4EFD-8344-347DA2FA30AE}"/>
          </ac:picMkLst>
        </pc:picChg>
        <pc:picChg chg="mod">
          <ac:chgData name="" userId="56dd45bea845609a" providerId="LiveId" clId="{2011D13F-0BB8-4476-9F82-647EFD08F32A}" dt="2025-04-24T18:17:59.213" v="548" actId="1076"/>
          <ac:picMkLst>
            <pc:docMk/>
            <pc:sldMk cId="82421583" sldId="315"/>
            <ac:picMk id="12" creationId="{E0A07C1D-C0A6-B953-A6E4-A93BDF3BC670}"/>
          </ac:picMkLst>
        </pc:picChg>
        <pc:picChg chg="add mod">
          <ac:chgData name="" userId="56dd45bea845609a" providerId="LiveId" clId="{2011D13F-0BB8-4476-9F82-647EFD08F32A}" dt="2025-04-24T18:25:41.711" v="638" actId="1036"/>
          <ac:picMkLst>
            <pc:docMk/>
            <pc:sldMk cId="82421583" sldId="315"/>
            <ac:picMk id="13" creationId="{4F790FEE-2C8C-4A43-AB50-012FC118664B}"/>
          </ac:picMkLst>
        </pc:picChg>
        <pc:picChg chg="mod">
          <ac:chgData name="" userId="56dd45bea845609a" providerId="LiveId" clId="{2011D13F-0BB8-4476-9F82-647EFD08F32A}" dt="2025-04-24T18:15:19.969" v="522" actId="1076"/>
          <ac:picMkLst>
            <pc:docMk/>
            <pc:sldMk cId="82421583" sldId="315"/>
            <ac:picMk id="14" creationId="{22827EF6-99C0-EFF6-4DFD-180CDC08CA98}"/>
          </ac:picMkLst>
        </pc:picChg>
        <pc:picChg chg="del">
          <ac:chgData name="" userId="56dd45bea845609a" providerId="LiveId" clId="{2011D13F-0BB8-4476-9F82-647EFD08F32A}" dt="2025-04-24T18:02:19.380" v="55" actId="478"/>
          <ac:picMkLst>
            <pc:docMk/>
            <pc:sldMk cId="82421583" sldId="315"/>
            <ac:picMk id="17" creationId="{8342568F-88B2-DF4C-E232-E14133C5E64B}"/>
          </ac:picMkLst>
        </pc:picChg>
      </pc:sldChg>
    </pc:docChg>
  </pc:docChgLst>
  <pc:docChgLst>
    <pc:chgData name="Lei Zhang" userId="56dd45bea845609a" providerId="LiveId" clId="{8F9DE8BD-7F67-3641-8BDE-821AAF368F63}"/>
    <pc:docChg chg="custSel addSld modSld addSection modSection">
      <pc:chgData name="Lei Zhang" userId="56dd45bea845609a" providerId="LiveId" clId="{8F9DE8BD-7F67-3641-8BDE-821AAF368F63}" dt="2025-04-09T17:40:23.006" v="767" actId="20577"/>
      <pc:docMkLst>
        <pc:docMk/>
      </pc:docMkLst>
    </pc:docChg>
  </pc:docChgLst>
  <pc:docChgLst>
    <pc:chgData name="Lei Zhang" userId="56dd45bea845609a" providerId="LiveId" clId="{AAA984C8-9372-8A4E-9E9A-B449F2617C04}"/>
    <pc:docChg chg="undo custSel addSld delSld modSld addSection modSection">
      <pc:chgData name="Lei Zhang" userId="56dd45bea845609a" providerId="LiveId" clId="{AAA984C8-9372-8A4E-9E9A-B449F2617C04}" dt="2025-03-21T19:48:25.437" v="694" actId="2696"/>
      <pc:docMkLst>
        <pc:docMk/>
      </pc:docMkLst>
    </pc:docChg>
  </pc:docChgLst>
  <pc:docChgLst>
    <pc:chgData userId="56dd45bea845609a" providerId="LiveId" clId="{9B8E4ABE-E65C-4FF8-AE07-4B8B62967F55}"/>
  </pc:docChgLst>
  <pc:docChgLst>
    <pc:chgData userId="56dd45bea845609a" providerId="LiveId" clId="{2C58D63E-9952-4242-8044-987238C62A48}"/>
  </pc:docChgLst>
  <pc:docChgLst>
    <pc:chgData userId="56dd45bea845609a" providerId="LiveId" clId="{59F37C38-179A-4D9A-BDF5-93A2EFC22ED2}"/>
    <pc:docChg chg="custSel addSld modSld sldOrd">
      <pc:chgData name="" userId="56dd45bea845609a" providerId="LiveId" clId="{59F37C38-179A-4D9A-BDF5-93A2EFC22ED2}" dt="2025-03-19T08:12:33.537" v="88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F04CD-E99F-1147-B3BA-3827D1575E1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AAFC-AE41-DA40-8DD7-AB56B36D0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9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13CBF5-E4AA-437F-87A3-5585ECAB1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A2B603-D360-4D7E-A8A6-FCD8FA7CB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593C9-AC32-45A2-A98B-52FA6A8C6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42141C-F3C9-4518-A4BC-5C0F7E3D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1E42E5-4041-4560-BFCB-11031526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071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E2245-6ADC-44E5-A5F2-C27BF008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195B20-AE2A-413F-B029-C942955BA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E44D12-2E7A-43B1-9714-0021A6D1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DBF06-ADAE-4591-AEB0-CD001507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AEE2B-99EC-419C-8B7B-79D5659C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24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45F48-087D-46AC-A064-0AC73C23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B0AD5F-075D-4C91-86A6-CD629F35B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ED091A-ABE7-4A2F-98D1-5189CA11D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DDFEA-E784-4E5E-9B5E-666FAE52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37D46-B22E-4EE4-A8C6-11C13821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799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CB1F3-46B5-402B-B085-C03277D5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C1B3F-338B-49EB-8AE2-5D0FF6D6D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40367-6B0E-4DFE-8594-BEBB160C4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560276-C7B6-4B27-ACCD-B94E031C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7DF6D-F724-442B-8557-F3F56D67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F37D0A-251B-4CF0-AEA5-F28BA4B5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180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40442-BCC7-4470-A32E-253A2D835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AC30E6-84C3-45A2-8C91-858C62D9A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D305DD-299D-4EC5-A210-3A3A3DD5C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A94F15-FD4E-4477-9921-5CCBA135A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D392C8-5346-46CA-B9BC-8CC41ADC8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4BC348-7084-4FF2-8671-3BDE7FAE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D993E1-8B22-4459-96F9-435FBC9BE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2F2F95-0F30-46E2-981E-CCD78F25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736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85FC6-E824-4D54-87E9-DC978D1D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623340-3039-4D39-A99F-B2A67C0B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67C5B7-67C3-428E-A1FA-AF6378E86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94DFB0-7563-42F9-96B3-551165191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76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7C6812-F1F7-4CC3-9D35-E2616650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E1FBB5-4A7B-4C5A-8557-6FBA79D95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9CF62-4633-41B9-8188-D18CDC2D3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9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B2598-45F3-4F9E-9243-67E8BAE04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8F8D5-3B6C-43E3-947D-B61312E7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D6A243-C5D6-4B51-8D43-B7D181831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20CC5-CD27-4E92-B008-4118D441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F17D05-71E6-45EA-ADF7-2EC39407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1D3DE-838F-49E5-9B2C-94710ABDE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69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C28B2-723C-4EBC-AD69-5EDF7290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3B9E9F-7757-4C78-B056-63DE8B4A6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6952B2-BB79-4E6E-9942-C053B77B2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7D3CD3-4831-4C77-9DE5-440DD6A4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41C76A-C060-4AF7-9CB3-8DDBCE2B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D3F83F-D3A3-4875-83A7-D997FCD6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77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E723E-A315-4581-BCC9-87AE77BD6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D05E1D-CFCB-49FE-A334-AE1CB540E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69B7E6-4069-46ED-8D80-AB2503E7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1B705-3426-41EB-B738-56B38128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409759-9CC4-411F-B0BF-360F37BC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4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1289F3-9641-4945-A0C0-37E3133C2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7DF96D-E366-43D3-9432-F097598C0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349A3-E31D-4685-8FBE-947A4AF9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15F4F3-A9A8-4944-A055-B0159BFD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69A3D-F12F-40CD-9D85-5575B738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01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97510F-9D2C-4371-9166-29A4CD22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30E4BB-0C91-4CBC-AC6D-2AF6C5AD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E2E7A-0263-4C85-BC1B-41F384547D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8FCC5-0310-40D5-83EB-0CBBD77A567D}" type="datetimeFigureOut">
              <a:rPr lang="zh-CN" altLang="en-US" smtClean="0"/>
              <a:t>2025/4/24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B5832C-8F77-49DB-8CC1-CD475625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0014E-39DD-4E4B-A139-A480F3805A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407C9-FDE8-4EA4-A3AF-C491972339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72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D441-B419-BBD4-C0CC-B02F5B6B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soil and soil flux&#10;&#10;AI-generated content may be incorrect.">
            <a:extLst>
              <a:ext uri="{FF2B5EF4-FFF2-40B4-BE49-F238E27FC236}">
                <a16:creationId xmlns:a16="http://schemas.microsoft.com/office/drawing/2014/main" id="{7C81CEB1-95BC-33CF-79AF-06EB2B68B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079" y="1360977"/>
            <a:ext cx="2713319" cy="1669735"/>
          </a:xfrm>
          <a:prstGeom prst="rect">
            <a:avLst/>
          </a:prstGeom>
        </p:spPr>
      </p:pic>
      <p:pic>
        <p:nvPicPr>
          <p:cNvPr id="10" name="Picture 9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78EFA2C6-44EE-E136-EFB3-0C5A1324B8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380" y="1360976"/>
            <a:ext cx="2713319" cy="1669735"/>
          </a:xfrm>
          <a:prstGeom prst="rect">
            <a:avLst/>
          </a:prstGeom>
        </p:spPr>
      </p:pic>
      <p:pic>
        <p:nvPicPr>
          <p:cNvPr id="12" name="Picture 11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E0A07C1D-C0A6-B953-A6E4-A93BDF3BC6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079" y="3038773"/>
            <a:ext cx="2713319" cy="1669735"/>
          </a:xfrm>
          <a:prstGeom prst="rect">
            <a:avLst/>
          </a:prstGeom>
        </p:spPr>
      </p:pic>
      <p:pic>
        <p:nvPicPr>
          <p:cNvPr id="14" name="Picture 13" descr="A graph of a number of bars&#10;&#10;AI-generated content may be incorrect.">
            <a:extLst>
              <a:ext uri="{FF2B5EF4-FFF2-40B4-BE49-F238E27FC236}">
                <a16:creationId xmlns:a16="http://schemas.microsoft.com/office/drawing/2014/main" id="{22827EF6-99C0-EFF6-4DFD-180CDC08CA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079" y="4716569"/>
            <a:ext cx="2713319" cy="1669735"/>
          </a:xfrm>
          <a:prstGeom prst="rect">
            <a:avLst/>
          </a:prstGeom>
        </p:spPr>
      </p:pic>
      <p:sp>
        <p:nvSpPr>
          <p:cNvPr id="15" name="矩形 21">
            <a:extLst>
              <a:ext uri="{FF2B5EF4-FFF2-40B4-BE49-F238E27FC236}">
                <a16:creationId xmlns:a16="http://schemas.microsoft.com/office/drawing/2014/main" id="{D61D54DF-02CE-6000-B886-957F8C28AEBC}"/>
              </a:ext>
            </a:extLst>
          </p:cNvPr>
          <p:cNvSpPr/>
          <p:nvPr/>
        </p:nvSpPr>
        <p:spPr>
          <a:xfrm>
            <a:off x="277544" y="140010"/>
            <a:ext cx="1163691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process-rich 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Ecosys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model to reproduce the observations at a site (</a:t>
            </a:r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TeRaCON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soil warming experiment</a:t>
            </a:r>
          </a:p>
        </p:txBody>
      </p:sp>
      <p:pic>
        <p:nvPicPr>
          <p:cNvPr id="11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BFC75DAD-E83F-4EFD-8344-347DA2FA3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2968" y="3643653"/>
            <a:ext cx="2354319" cy="2942898"/>
          </a:xfrm>
          <a:prstGeom prst="rect">
            <a:avLst/>
          </a:prstGeom>
        </p:spPr>
      </p:pic>
      <p:pic>
        <p:nvPicPr>
          <p:cNvPr id="13" name="Picture 8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F790FEE-2C8C-4A43-AB50-012FC11866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181" y="3640912"/>
            <a:ext cx="2391167" cy="2988958"/>
          </a:xfrm>
          <a:prstGeom prst="rect">
            <a:avLst/>
          </a:prstGeom>
        </p:spPr>
      </p:pic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1F87B4E-9A56-A7AD-2E2F-4639E863C6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8681" y="1360975"/>
            <a:ext cx="2713319" cy="166973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7E2590-968D-48D2-BC26-9FCDB9B0CA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32" y="1360975"/>
            <a:ext cx="4692932" cy="3124879"/>
          </a:xfrm>
          <a:prstGeom prst="rect">
            <a:avLst/>
          </a:prstGeom>
        </p:spPr>
      </p:pic>
      <p:sp>
        <p:nvSpPr>
          <p:cNvPr id="18" name="矩形 21">
            <a:extLst>
              <a:ext uri="{FF2B5EF4-FFF2-40B4-BE49-F238E27FC236}">
                <a16:creationId xmlns:a16="http://schemas.microsoft.com/office/drawing/2014/main" id="{3A54946C-81A6-4262-9B45-A01AAE5D2A5B}"/>
              </a:ext>
            </a:extLst>
          </p:cNvPr>
          <p:cNvSpPr/>
          <p:nvPr/>
        </p:nvSpPr>
        <p:spPr>
          <a:xfrm>
            <a:off x="675833" y="5715931"/>
            <a:ext cx="37994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 Zhang, William Riley, Peter Reich,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Jinyun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Tang, Margaret Torn, et al. (In prep).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788B4B-16E0-4CA7-BECF-820F1A77CE9D}"/>
              </a:ext>
            </a:extLst>
          </p:cNvPr>
          <p:cNvSpPr/>
          <p:nvPr/>
        </p:nvSpPr>
        <p:spPr>
          <a:xfrm>
            <a:off x="7452131" y="943505"/>
            <a:ext cx="2691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yearly changes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817F7A-0D5F-4CA3-8A5F-06ED1D76646A}"/>
              </a:ext>
            </a:extLst>
          </p:cNvPr>
          <p:cNvSpPr/>
          <p:nvPr/>
        </p:nvSpPr>
        <p:spPr>
          <a:xfrm>
            <a:off x="8676966" y="3047287"/>
            <a:ext cx="33747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differences between ambient and warming plots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9630A5-E2E3-4F32-AC29-59EE573DCF26}"/>
              </a:ext>
            </a:extLst>
          </p:cNvPr>
          <p:cNvSpPr/>
          <p:nvPr/>
        </p:nvSpPr>
        <p:spPr>
          <a:xfrm>
            <a:off x="456659" y="4573695"/>
            <a:ext cx="44267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sub-hourly time-step mechanistic model fully coupled plant-microbe-soil carbon and nutrient cycling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21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5051</TotalTime>
  <Words>67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Aptos</vt:lpstr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Lei Zhang</dc:creator>
  <cp:lastModifiedBy>Lei Zhang</cp:lastModifiedBy>
  <cp:revision>184</cp:revision>
  <dcterms:created xsi:type="dcterms:W3CDTF">2024-11-20T06:35:00Z</dcterms:created>
  <dcterms:modified xsi:type="dcterms:W3CDTF">2025-04-24T18:25:48Z</dcterms:modified>
</cp:coreProperties>
</file>