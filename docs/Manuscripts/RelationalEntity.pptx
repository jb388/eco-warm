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8" r:id="rId3"/>
    <p:sldId id="257" r:id="rId4"/>
  </p:sldIdLst>
  <p:sldSz cx="5943600" cy="68468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94"/>
  </p:normalViewPr>
  <p:slideViewPr>
    <p:cSldViewPr snapToGrid="0">
      <p:cViewPr>
        <p:scale>
          <a:sx n="165" d="100"/>
          <a:sy n="165" d="100"/>
        </p:scale>
        <p:origin x="672" y="-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5770" y="1120545"/>
            <a:ext cx="5052060" cy="2383731"/>
          </a:xfrm>
        </p:spPr>
        <p:txBody>
          <a:bodyPr anchor="b"/>
          <a:lstStyle>
            <a:lvl1pPr algn="ctr">
              <a:defRPr sz="3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2950" y="3596202"/>
            <a:ext cx="4457700" cy="1653079"/>
          </a:xfrm>
        </p:spPr>
        <p:txBody>
          <a:bodyPr/>
          <a:lstStyle>
            <a:lvl1pPr marL="0" indent="0" algn="ctr">
              <a:buNone/>
              <a:defRPr sz="1560"/>
            </a:lvl1pPr>
            <a:lvl2pPr marL="297180" indent="0" algn="ctr">
              <a:buNone/>
              <a:defRPr sz="1300"/>
            </a:lvl2pPr>
            <a:lvl3pPr marL="594360" indent="0" algn="ctr">
              <a:buNone/>
              <a:defRPr sz="1170"/>
            </a:lvl3pPr>
            <a:lvl4pPr marL="891540" indent="0" algn="ctr">
              <a:buNone/>
              <a:defRPr sz="1040"/>
            </a:lvl4pPr>
            <a:lvl5pPr marL="1188720" indent="0" algn="ctr">
              <a:buNone/>
              <a:defRPr sz="1040"/>
            </a:lvl5pPr>
            <a:lvl6pPr marL="1485900" indent="0" algn="ctr">
              <a:buNone/>
              <a:defRPr sz="1040"/>
            </a:lvl6pPr>
            <a:lvl7pPr marL="1783080" indent="0" algn="ctr">
              <a:buNone/>
              <a:defRPr sz="1040"/>
            </a:lvl7pPr>
            <a:lvl8pPr marL="2080260" indent="0" algn="ctr">
              <a:buNone/>
              <a:defRPr sz="1040"/>
            </a:lvl8pPr>
            <a:lvl9pPr marL="2377440" indent="0" algn="ctr">
              <a:buNone/>
              <a:defRPr sz="10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EB2E9-B1E9-5642-BE79-612C8F9B1248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5A023-1B64-354B-A540-4741695544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79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EB2E9-B1E9-5642-BE79-612C8F9B1248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5A023-1B64-354B-A540-4741695544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574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527" y="1706969"/>
            <a:ext cx="5126355" cy="2848115"/>
          </a:xfrm>
        </p:spPr>
        <p:txBody>
          <a:bodyPr anchor="b"/>
          <a:lstStyle>
            <a:lvl1pPr>
              <a:defRPr sz="3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5527" y="4582028"/>
            <a:ext cx="5126355" cy="1497756"/>
          </a:xfrm>
        </p:spPr>
        <p:txBody>
          <a:bodyPr/>
          <a:lstStyle>
            <a:lvl1pPr marL="0" indent="0">
              <a:buNone/>
              <a:defRPr sz="1560">
                <a:solidFill>
                  <a:schemeClr val="tx1"/>
                </a:solidFill>
              </a:defRPr>
            </a:lvl1pPr>
            <a:lvl2pPr marL="29718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2pPr>
            <a:lvl3pPr marL="594360" indent="0">
              <a:buNone/>
              <a:defRPr sz="1170">
                <a:solidFill>
                  <a:schemeClr val="tx1">
                    <a:tint val="75000"/>
                  </a:schemeClr>
                </a:solidFill>
              </a:defRPr>
            </a:lvl3pPr>
            <a:lvl4pPr marL="89154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4pPr>
            <a:lvl5pPr marL="118872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5pPr>
            <a:lvl6pPr marL="148590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6pPr>
            <a:lvl7pPr marL="178308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7pPr>
            <a:lvl8pPr marL="208026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8pPr>
            <a:lvl9pPr marL="237744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EB2E9-B1E9-5642-BE79-612C8F9B1248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5A023-1B64-354B-A540-4741695544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769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8623" y="1822667"/>
            <a:ext cx="2526030" cy="4344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08948" y="1822667"/>
            <a:ext cx="2526030" cy="4344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EB2E9-B1E9-5642-BE79-612C8F9B1248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5A023-1B64-354B-A540-4741695544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601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364535"/>
            <a:ext cx="5126355" cy="132341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9397" y="1678439"/>
            <a:ext cx="2514421" cy="822577"/>
          </a:xfrm>
        </p:spPr>
        <p:txBody>
          <a:bodyPr anchor="b"/>
          <a:lstStyle>
            <a:lvl1pPr marL="0" indent="0">
              <a:buNone/>
              <a:defRPr sz="1560" b="1"/>
            </a:lvl1pPr>
            <a:lvl2pPr marL="297180" indent="0">
              <a:buNone/>
              <a:defRPr sz="1300" b="1"/>
            </a:lvl2pPr>
            <a:lvl3pPr marL="594360" indent="0">
              <a:buNone/>
              <a:defRPr sz="1170" b="1"/>
            </a:lvl3pPr>
            <a:lvl4pPr marL="891540" indent="0">
              <a:buNone/>
              <a:defRPr sz="1040" b="1"/>
            </a:lvl4pPr>
            <a:lvl5pPr marL="1188720" indent="0">
              <a:buNone/>
              <a:defRPr sz="1040" b="1"/>
            </a:lvl5pPr>
            <a:lvl6pPr marL="1485900" indent="0">
              <a:buNone/>
              <a:defRPr sz="1040" b="1"/>
            </a:lvl6pPr>
            <a:lvl7pPr marL="1783080" indent="0">
              <a:buNone/>
              <a:defRPr sz="1040" b="1"/>
            </a:lvl7pPr>
            <a:lvl8pPr marL="2080260" indent="0">
              <a:buNone/>
              <a:defRPr sz="1040" b="1"/>
            </a:lvl8pPr>
            <a:lvl9pPr marL="2377440" indent="0">
              <a:buNone/>
              <a:defRPr sz="10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9397" y="2501016"/>
            <a:ext cx="2514421" cy="36786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08948" y="1678439"/>
            <a:ext cx="2526804" cy="822577"/>
          </a:xfrm>
        </p:spPr>
        <p:txBody>
          <a:bodyPr anchor="b"/>
          <a:lstStyle>
            <a:lvl1pPr marL="0" indent="0">
              <a:buNone/>
              <a:defRPr sz="1560" b="1"/>
            </a:lvl1pPr>
            <a:lvl2pPr marL="297180" indent="0">
              <a:buNone/>
              <a:defRPr sz="1300" b="1"/>
            </a:lvl2pPr>
            <a:lvl3pPr marL="594360" indent="0">
              <a:buNone/>
              <a:defRPr sz="1170" b="1"/>
            </a:lvl3pPr>
            <a:lvl4pPr marL="891540" indent="0">
              <a:buNone/>
              <a:defRPr sz="1040" b="1"/>
            </a:lvl4pPr>
            <a:lvl5pPr marL="1188720" indent="0">
              <a:buNone/>
              <a:defRPr sz="1040" b="1"/>
            </a:lvl5pPr>
            <a:lvl6pPr marL="1485900" indent="0">
              <a:buNone/>
              <a:defRPr sz="1040" b="1"/>
            </a:lvl6pPr>
            <a:lvl7pPr marL="1783080" indent="0">
              <a:buNone/>
              <a:defRPr sz="1040" b="1"/>
            </a:lvl7pPr>
            <a:lvl8pPr marL="2080260" indent="0">
              <a:buNone/>
              <a:defRPr sz="1040" b="1"/>
            </a:lvl8pPr>
            <a:lvl9pPr marL="2377440" indent="0">
              <a:buNone/>
              <a:defRPr sz="10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08948" y="2501016"/>
            <a:ext cx="2526804" cy="36786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EB2E9-B1E9-5642-BE79-612C8F9B1248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5A023-1B64-354B-A540-4741695544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46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EB2E9-B1E9-5642-BE79-612C8F9B1248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5A023-1B64-354B-A540-4741695544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98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EB2E9-B1E9-5642-BE79-612C8F9B1248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5A023-1B64-354B-A540-4741695544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124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456459"/>
            <a:ext cx="1916966" cy="1597607"/>
          </a:xfrm>
        </p:spPr>
        <p:txBody>
          <a:bodyPr anchor="b"/>
          <a:lstStyle>
            <a:lvl1pPr>
              <a:defRPr sz="20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26804" y="985827"/>
            <a:ext cx="3008948" cy="4865728"/>
          </a:xfrm>
        </p:spPr>
        <p:txBody>
          <a:bodyPr/>
          <a:lstStyle>
            <a:lvl1pPr>
              <a:defRPr sz="2080"/>
            </a:lvl1pPr>
            <a:lvl2pPr>
              <a:defRPr sz="1820"/>
            </a:lvl2pPr>
            <a:lvl3pPr>
              <a:defRPr sz="156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397" y="2054066"/>
            <a:ext cx="1916966" cy="3805412"/>
          </a:xfrm>
        </p:spPr>
        <p:txBody>
          <a:bodyPr/>
          <a:lstStyle>
            <a:lvl1pPr marL="0" indent="0">
              <a:buNone/>
              <a:defRPr sz="1040"/>
            </a:lvl1pPr>
            <a:lvl2pPr marL="297180" indent="0">
              <a:buNone/>
              <a:defRPr sz="910"/>
            </a:lvl2pPr>
            <a:lvl3pPr marL="594360" indent="0">
              <a:buNone/>
              <a:defRPr sz="780"/>
            </a:lvl3pPr>
            <a:lvl4pPr marL="891540" indent="0">
              <a:buNone/>
              <a:defRPr sz="650"/>
            </a:lvl4pPr>
            <a:lvl5pPr marL="1188720" indent="0">
              <a:buNone/>
              <a:defRPr sz="650"/>
            </a:lvl5pPr>
            <a:lvl6pPr marL="1485900" indent="0">
              <a:buNone/>
              <a:defRPr sz="650"/>
            </a:lvl6pPr>
            <a:lvl7pPr marL="1783080" indent="0">
              <a:buNone/>
              <a:defRPr sz="650"/>
            </a:lvl7pPr>
            <a:lvl8pPr marL="2080260" indent="0">
              <a:buNone/>
              <a:defRPr sz="650"/>
            </a:lvl8pPr>
            <a:lvl9pPr marL="2377440" indent="0">
              <a:buNone/>
              <a:defRPr sz="6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EB2E9-B1E9-5642-BE79-612C8F9B1248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5A023-1B64-354B-A540-4741695544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046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456459"/>
            <a:ext cx="1916966" cy="1597607"/>
          </a:xfrm>
        </p:spPr>
        <p:txBody>
          <a:bodyPr anchor="b"/>
          <a:lstStyle>
            <a:lvl1pPr>
              <a:defRPr sz="20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26804" y="985827"/>
            <a:ext cx="3008948" cy="4865728"/>
          </a:xfrm>
        </p:spPr>
        <p:txBody>
          <a:bodyPr anchor="t"/>
          <a:lstStyle>
            <a:lvl1pPr marL="0" indent="0">
              <a:buNone/>
              <a:defRPr sz="2080"/>
            </a:lvl1pPr>
            <a:lvl2pPr marL="297180" indent="0">
              <a:buNone/>
              <a:defRPr sz="1820"/>
            </a:lvl2pPr>
            <a:lvl3pPr marL="594360" indent="0">
              <a:buNone/>
              <a:defRPr sz="1560"/>
            </a:lvl3pPr>
            <a:lvl4pPr marL="891540" indent="0">
              <a:buNone/>
              <a:defRPr sz="1300"/>
            </a:lvl4pPr>
            <a:lvl5pPr marL="1188720" indent="0">
              <a:buNone/>
              <a:defRPr sz="1300"/>
            </a:lvl5pPr>
            <a:lvl6pPr marL="1485900" indent="0">
              <a:buNone/>
              <a:defRPr sz="1300"/>
            </a:lvl6pPr>
            <a:lvl7pPr marL="1783080" indent="0">
              <a:buNone/>
              <a:defRPr sz="1300"/>
            </a:lvl7pPr>
            <a:lvl8pPr marL="2080260" indent="0">
              <a:buNone/>
              <a:defRPr sz="1300"/>
            </a:lvl8pPr>
            <a:lvl9pPr marL="2377440" indent="0">
              <a:buNone/>
              <a:defRPr sz="1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397" y="2054066"/>
            <a:ext cx="1916966" cy="3805412"/>
          </a:xfrm>
        </p:spPr>
        <p:txBody>
          <a:bodyPr/>
          <a:lstStyle>
            <a:lvl1pPr marL="0" indent="0">
              <a:buNone/>
              <a:defRPr sz="1040"/>
            </a:lvl1pPr>
            <a:lvl2pPr marL="297180" indent="0">
              <a:buNone/>
              <a:defRPr sz="910"/>
            </a:lvl2pPr>
            <a:lvl3pPr marL="594360" indent="0">
              <a:buNone/>
              <a:defRPr sz="780"/>
            </a:lvl3pPr>
            <a:lvl4pPr marL="891540" indent="0">
              <a:buNone/>
              <a:defRPr sz="650"/>
            </a:lvl4pPr>
            <a:lvl5pPr marL="1188720" indent="0">
              <a:buNone/>
              <a:defRPr sz="650"/>
            </a:lvl5pPr>
            <a:lvl6pPr marL="1485900" indent="0">
              <a:buNone/>
              <a:defRPr sz="650"/>
            </a:lvl6pPr>
            <a:lvl7pPr marL="1783080" indent="0">
              <a:buNone/>
              <a:defRPr sz="650"/>
            </a:lvl7pPr>
            <a:lvl8pPr marL="2080260" indent="0">
              <a:buNone/>
              <a:defRPr sz="650"/>
            </a:lvl8pPr>
            <a:lvl9pPr marL="2377440" indent="0">
              <a:buNone/>
              <a:defRPr sz="6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EB2E9-B1E9-5642-BE79-612C8F9B1248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5A023-1B64-354B-A540-4741695544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165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EB2E9-B1E9-5642-BE79-612C8F9B1248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5A023-1B64-354B-A540-4741695544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2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253389" y="364533"/>
            <a:ext cx="1281589" cy="5802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8623" y="364533"/>
            <a:ext cx="3770471" cy="580242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EB2E9-B1E9-5642-BE79-612C8F9B1248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5A023-1B64-354B-A540-4741695544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466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8623" y="364535"/>
            <a:ext cx="5126355" cy="1323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8623" y="1822667"/>
            <a:ext cx="5126355" cy="4344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08622" y="6346053"/>
            <a:ext cx="1337310" cy="3645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6EB2E9-B1E9-5642-BE79-612C8F9B1248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68818" y="6346053"/>
            <a:ext cx="2005965" cy="3645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197668" y="6346053"/>
            <a:ext cx="1337310" cy="3645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A5A023-1B64-354B-A540-4741695544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423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594360" rtl="0" eaLnBrk="1" latinLnBrk="0" hangingPunct="1">
        <a:lnSpc>
          <a:spcPct val="90000"/>
        </a:lnSpc>
        <a:spcBef>
          <a:spcPct val="0"/>
        </a:spcBef>
        <a:buNone/>
        <a:defRPr sz="2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8590" indent="-148590" algn="l" defTabSz="59436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1820" kern="1200">
          <a:solidFill>
            <a:schemeClr val="tx1"/>
          </a:solidFill>
          <a:latin typeface="+mn-lt"/>
          <a:ea typeface="+mn-ea"/>
          <a:cs typeface="+mn-cs"/>
        </a:defRPr>
      </a:lvl1pPr>
      <a:lvl2pPr marL="44577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56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04013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70" kern="1200">
          <a:solidFill>
            <a:schemeClr val="tx1"/>
          </a:solidFill>
          <a:latin typeface="+mn-lt"/>
          <a:ea typeface="+mn-ea"/>
          <a:cs typeface="+mn-cs"/>
        </a:defRPr>
      </a:lvl4pPr>
      <a:lvl5pPr marL="133731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70" kern="1200">
          <a:solidFill>
            <a:schemeClr val="tx1"/>
          </a:solidFill>
          <a:latin typeface="+mn-lt"/>
          <a:ea typeface="+mn-ea"/>
          <a:cs typeface="+mn-cs"/>
        </a:defRPr>
      </a:lvl5pPr>
      <a:lvl6pPr marL="163449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70" kern="1200">
          <a:solidFill>
            <a:schemeClr val="tx1"/>
          </a:solidFill>
          <a:latin typeface="+mn-lt"/>
          <a:ea typeface="+mn-ea"/>
          <a:cs typeface="+mn-cs"/>
        </a:defRPr>
      </a:lvl6pPr>
      <a:lvl7pPr marL="193167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70" kern="1200">
          <a:solidFill>
            <a:schemeClr val="tx1"/>
          </a:solidFill>
          <a:latin typeface="+mn-lt"/>
          <a:ea typeface="+mn-ea"/>
          <a:cs typeface="+mn-cs"/>
        </a:defRPr>
      </a:lvl7pPr>
      <a:lvl8pPr marL="222885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70" kern="1200">
          <a:solidFill>
            <a:schemeClr val="tx1"/>
          </a:solidFill>
          <a:latin typeface="+mn-lt"/>
          <a:ea typeface="+mn-ea"/>
          <a:cs typeface="+mn-cs"/>
        </a:defRPr>
      </a:lvl8pPr>
      <a:lvl9pPr marL="2526030" indent="-148590" algn="l" defTabSz="594360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1pPr>
      <a:lvl2pPr marL="29718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2pPr>
      <a:lvl3pPr marL="59436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3pPr>
      <a:lvl4pPr marL="89154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5pPr>
      <a:lvl6pPr marL="148590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6pPr>
      <a:lvl7pPr marL="178308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7pPr>
      <a:lvl8pPr marL="208026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8pPr>
      <a:lvl9pPr marL="2377440" algn="l" defTabSz="594360" rtl="0" eaLnBrk="1" latinLnBrk="0" hangingPunct="1">
        <a:defRPr sz="11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F56CDA99-4266-ABE0-D2B9-EF8450ED1C8E}"/>
              </a:ext>
            </a:extLst>
          </p:cNvPr>
          <p:cNvCxnSpPr>
            <a:cxnSpLocks/>
          </p:cNvCxnSpPr>
          <p:nvPr/>
        </p:nvCxnSpPr>
        <p:spPr>
          <a:xfrm rot="10800000" flipV="1">
            <a:off x="3080628" y="3607655"/>
            <a:ext cx="2303270" cy="940855"/>
          </a:xfrm>
          <a:prstGeom prst="bentConnector2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2F8ECADE-2392-F797-3C3E-507C06B0DF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779691" y="3613547"/>
            <a:ext cx="2303270" cy="940855"/>
          </a:xfrm>
          <a:prstGeom prst="bentConnector2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081976EC-10FB-6385-BE9A-D67F0B86DBAD}"/>
              </a:ext>
            </a:extLst>
          </p:cNvPr>
          <p:cNvGrpSpPr/>
          <p:nvPr/>
        </p:nvGrpSpPr>
        <p:grpSpPr>
          <a:xfrm rot="5400000">
            <a:off x="2854351" y="4192286"/>
            <a:ext cx="449354" cy="296287"/>
            <a:chOff x="8095785" y="2981074"/>
            <a:chExt cx="434081" cy="286216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DF025254-6DA2-EDEF-7820-B3EFBABA9EA8}"/>
                </a:ext>
              </a:extLst>
            </p:cNvPr>
            <p:cNvGrpSpPr/>
            <p:nvPr/>
          </p:nvGrpSpPr>
          <p:grpSpPr>
            <a:xfrm>
              <a:off x="8241866" y="2981074"/>
              <a:ext cx="288000" cy="286216"/>
              <a:chOff x="4760976" y="1136944"/>
              <a:chExt cx="288000" cy="286216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E40692DA-3AD2-9868-35DA-80EA794AF9E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60976" y="1136944"/>
                <a:ext cx="280715" cy="144965"/>
              </a:xfrm>
              <a:prstGeom prst="line">
                <a:avLst/>
              </a:prstGeom>
              <a:ln w="38100"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15D16B10-EADF-C73A-E87F-FF46E872E4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68260" y="1272620"/>
                <a:ext cx="280716" cy="150540"/>
              </a:xfrm>
              <a:prstGeom prst="line">
                <a:avLst/>
              </a:prstGeom>
              <a:ln w="38100"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0B5D6B0E-B7A7-C52F-994D-9F661B524FAB}"/>
                </a:ext>
              </a:extLst>
            </p:cNvPr>
            <p:cNvSpPr/>
            <p:nvPr/>
          </p:nvSpPr>
          <p:spPr>
            <a:xfrm>
              <a:off x="8095785" y="3047982"/>
              <a:ext cx="168380" cy="14496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3" dirty="0"/>
            </a:p>
          </p:txBody>
        </p:sp>
      </p:grpSp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B5F21E8-6923-649F-D902-9E9EEC824AAC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522462" y="3621542"/>
            <a:ext cx="2303270" cy="940855"/>
          </a:xfrm>
          <a:prstGeom prst="bentConnector2">
            <a:avLst/>
          </a:prstGeom>
          <a:ln w="38100">
            <a:solidFill>
              <a:srgbClr val="7030A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00E65A52-AB71-ACED-E4D8-FC93AF391E5E}"/>
              </a:ext>
            </a:extLst>
          </p:cNvPr>
          <p:cNvGrpSpPr/>
          <p:nvPr/>
        </p:nvGrpSpPr>
        <p:grpSpPr>
          <a:xfrm rot="5400000">
            <a:off x="-1748740" y="4206173"/>
            <a:ext cx="449354" cy="296287"/>
            <a:chOff x="8095785" y="2981074"/>
            <a:chExt cx="434081" cy="286216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01610B55-362B-2E23-80A1-EF38A6227668}"/>
                </a:ext>
              </a:extLst>
            </p:cNvPr>
            <p:cNvGrpSpPr/>
            <p:nvPr/>
          </p:nvGrpSpPr>
          <p:grpSpPr>
            <a:xfrm>
              <a:off x="8241866" y="2981074"/>
              <a:ext cx="288000" cy="286216"/>
              <a:chOff x="4760976" y="1136944"/>
              <a:chExt cx="288000" cy="286216"/>
            </a:xfrm>
          </p:grpSpPr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31BFA1B3-5B9A-FA1C-5933-F6562CDE22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60976" y="1136944"/>
                <a:ext cx="280715" cy="144965"/>
              </a:xfrm>
              <a:prstGeom prst="line">
                <a:avLst/>
              </a:prstGeom>
              <a:ln w="38100">
                <a:solidFill>
                  <a:srgbClr val="7030A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0B5AE373-2D50-DA84-6948-0B0E29967D9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68260" y="1272620"/>
                <a:ext cx="280716" cy="150540"/>
              </a:xfrm>
              <a:prstGeom prst="line">
                <a:avLst/>
              </a:prstGeom>
              <a:ln w="38100">
                <a:solidFill>
                  <a:srgbClr val="7030A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16886131-2EAA-C1D4-F5AF-2324B49CC571}"/>
                </a:ext>
              </a:extLst>
            </p:cNvPr>
            <p:cNvSpPr/>
            <p:nvPr/>
          </p:nvSpPr>
          <p:spPr>
            <a:xfrm>
              <a:off x="8095785" y="3047982"/>
              <a:ext cx="168380" cy="14496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3"/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3D9E94CF-F919-96C9-9135-A7B30C6C5B44}"/>
              </a:ext>
            </a:extLst>
          </p:cNvPr>
          <p:cNvGrpSpPr/>
          <p:nvPr/>
        </p:nvGrpSpPr>
        <p:grpSpPr>
          <a:xfrm rot="5400000">
            <a:off x="553413" y="4198178"/>
            <a:ext cx="449354" cy="296287"/>
            <a:chOff x="8095785" y="2981074"/>
            <a:chExt cx="434081" cy="286216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B1DBE8D0-7A09-7352-49DA-AA7E692EB357}"/>
                </a:ext>
              </a:extLst>
            </p:cNvPr>
            <p:cNvGrpSpPr/>
            <p:nvPr/>
          </p:nvGrpSpPr>
          <p:grpSpPr>
            <a:xfrm>
              <a:off x="8241866" y="2981074"/>
              <a:ext cx="288000" cy="286216"/>
              <a:chOff x="4760976" y="1136944"/>
              <a:chExt cx="288000" cy="286216"/>
            </a:xfrm>
          </p:grpSpPr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11241AA6-81CC-D219-5323-FAD646164E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60976" y="1136944"/>
                <a:ext cx="280715" cy="144965"/>
              </a:xfrm>
              <a:prstGeom prst="line">
                <a:avLst/>
              </a:prstGeom>
              <a:ln w="38100"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AFFDBE8E-2077-14D9-13A4-352F0EB4E5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68260" y="1272620"/>
                <a:ext cx="280716" cy="150540"/>
              </a:xfrm>
              <a:prstGeom prst="line">
                <a:avLst/>
              </a:prstGeom>
              <a:ln w="38100"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535AC34A-E9C6-20B8-1ABD-94745A5CB6CE}"/>
                </a:ext>
              </a:extLst>
            </p:cNvPr>
            <p:cNvSpPr/>
            <p:nvPr/>
          </p:nvSpPr>
          <p:spPr>
            <a:xfrm>
              <a:off x="8095785" y="3047982"/>
              <a:ext cx="168380" cy="14496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3"/>
            </a:p>
          </p:txBody>
        </p:sp>
      </p:grp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DD93A113-9C49-C202-9DA5-15848E6D4C9C}"/>
              </a:ext>
            </a:extLst>
          </p:cNvPr>
          <p:cNvCxnSpPr>
            <a:cxnSpLocks/>
            <a:stCxn id="12" idx="3"/>
            <a:endCxn id="92" idx="0"/>
          </p:cNvCxnSpPr>
          <p:nvPr/>
        </p:nvCxnSpPr>
        <p:spPr>
          <a:xfrm>
            <a:off x="7425465" y="1894620"/>
            <a:ext cx="294164" cy="2656268"/>
          </a:xfrm>
          <a:prstGeom prst="bentConnector2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619A1C5-318C-B354-F957-D7E81941E7E1}"/>
              </a:ext>
            </a:extLst>
          </p:cNvPr>
          <p:cNvSpPr/>
          <p:nvPr/>
        </p:nvSpPr>
        <p:spPr>
          <a:xfrm>
            <a:off x="-1523345" y="2633406"/>
            <a:ext cx="1796950" cy="589722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meta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AABEF69-4037-A16E-AD54-A2629DC87DCD}"/>
              </a:ext>
            </a:extLst>
          </p:cNvPr>
          <p:cNvSpPr/>
          <p:nvPr/>
        </p:nvSpPr>
        <p:spPr>
          <a:xfrm>
            <a:off x="-1523345" y="1145020"/>
            <a:ext cx="1796950" cy="147757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experiment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F289FE5-C3EB-4129-6075-9290D378B5C8}"/>
              </a:ext>
            </a:extLst>
          </p:cNvPr>
          <p:cNvSpPr/>
          <p:nvPr/>
        </p:nvSpPr>
        <p:spPr>
          <a:xfrm>
            <a:off x="2048083" y="2625440"/>
            <a:ext cx="1796950" cy="589721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meta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714B9DC-718D-168F-75B8-1F2E9C8E99F7}"/>
              </a:ext>
            </a:extLst>
          </p:cNvPr>
          <p:cNvSpPr/>
          <p:nvPr/>
        </p:nvSpPr>
        <p:spPr>
          <a:xfrm>
            <a:off x="2048084" y="1145020"/>
            <a:ext cx="1796950" cy="1477575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site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3535A50-FC25-0FD9-D744-8A0BFDF12CC9}"/>
              </a:ext>
            </a:extLst>
          </p:cNvPr>
          <p:cNvSpPr/>
          <p:nvPr/>
        </p:nvSpPr>
        <p:spPr>
          <a:xfrm>
            <a:off x="5628514" y="2633406"/>
            <a:ext cx="1796950" cy="5846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meta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E321C13-6867-BA4E-4E20-DE83593A68B1}"/>
              </a:ext>
            </a:extLst>
          </p:cNvPr>
          <p:cNvSpPr/>
          <p:nvPr/>
        </p:nvSpPr>
        <p:spPr>
          <a:xfrm>
            <a:off x="5628515" y="1155833"/>
            <a:ext cx="1796950" cy="1477575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plot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2E57B9D-5477-B7F6-9490-DA8B0D39D368}"/>
              </a:ext>
            </a:extLst>
          </p:cNvPr>
          <p:cNvGrpSpPr/>
          <p:nvPr/>
        </p:nvGrpSpPr>
        <p:grpSpPr>
          <a:xfrm>
            <a:off x="262370" y="1735662"/>
            <a:ext cx="1787297" cy="296287"/>
            <a:chOff x="3489514" y="1788140"/>
            <a:chExt cx="1726548" cy="286216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036F7D-9591-9B7E-D229-85840C173FA3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3489514" y="1941694"/>
              <a:ext cx="1434866" cy="0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AF52ED5-A1FB-AF71-C9D9-0BEC2905B0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28062" y="1788140"/>
              <a:ext cx="0" cy="286216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A28B930-52CF-FA2F-848B-2A7266EB4169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4922965" y="1941694"/>
              <a:ext cx="280715" cy="0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452A342-665E-47CD-4B41-A8A9E94688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28062" y="1788140"/>
              <a:ext cx="280715" cy="144965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06793D2-DB3B-0906-D5F9-AFFCAA032B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35346" y="1923816"/>
              <a:ext cx="280716" cy="150540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FC80797-8AE0-D9B5-949C-663A680A76D9}"/>
              </a:ext>
            </a:extLst>
          </p:cNvPr>
          <p:cNvGrpSpPr/>
          <p:nvPr/>
        </p:nvGrpSpPr>
        <p:grpSpPr>
          <a:xfrm>
            <a:off x="3845033" y="1735662"/>
            <a:ext cx="1775942" cy="296287"/>
            <a:chOff x="3333397" y="1136944"/>
            <a:chExt cx="1715579" cy="286216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ABA366AD-64B9-31CA-D7B8-66C7E419F6A7}"/>
                </a:ext>
              </a:extLst>
            </p:cNvPr>
            <p:cNvCxnSpPr>
              <a:cxnSpLocks/>
            </p:cNvCxnSpPr>
            <p:nvPr/>
          </p:nvCxnSpPr>
          <p:spPr>
            <a:xfrm>
              <a:off x="3333397" y="1272620"/>
              <a:ext cx="1434866" cy="0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A8AC3C9-2BBA-F503-F077-22007C140C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60976" y="1136944"/>
              <a:ext cx="0" cy="286216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E55B1DA-5EA5-B385-4CDF-717C055548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66848" y="1272620"/>
              <a:ext cx="280715" cy="0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BA80F8A0-4CD1-EBB5-D956-18179607CB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60976" y="1136944"/>
              <a:ext cx="280715" cy="144965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71A43F7-3AEA-79FC-95D6-4AA4B62BD9B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768260" y="1272620"/>
              <a:ext cx="280716" cy="150540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4410E56-820C-8BAA-3948-908FF3D09C79}"/>
              </a:ext>
            </a:extLst>
          </p:cNvPr>
          <p:cNvGrpSpPr/>
          <p:nvPr/>
        </p:nvGrpSpPr>
        <p:grpSpPr>
          <a:xfrm rot="5400000">
            <a:off x="7496221" y="4177066"/>
            <a:ext cx="449354" cy="296287"/>
            <a:chOff x="8095785" y="2981074"/>
            <a:chExt cx="434081" cy="286216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CEC4771E-44EA-A87D-2D4C-6B50E0CEC970}"/>
                </a:ext>
              </a:extLst>
            </p:cNvPr>
            <p:cNvGrpSpPr/>
            <p:nvPr/>
          </p:nvGrpSpPr>
          <p:grpSpPr>
            <a:xfrm>
              <a:off x="8241866" y="2981074"/>
              <a:ext cx="288000" cy="286216"/>
              <a:chOff x="4760976" y="1136944"/>
              <a:chExt cx="288000" cy="286216"/>
            </a:xfrm>
          </p:grpSpPr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C5E358F-54EE-9982-5607-3387EAFA8D9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60976" y="1136944"/>
                <a:ext cx="280715" cy="144965"/>
              </a:xfrm>
              <a:prstGeom prst="line">
                <a:avLst/>
              </a:prstGeom>
              <a:ln w="38100"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6941BC1E-9885-AB98-CEFB-F144BCA4BB9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68260" y="1272620"/>
                <a:ext cx="280716" cy="150540"/>
              </a:xfrm>
              <a:prstGeom prst="line">
                <a:avLst/>
              </a:prstGeom>
              <a:ln w="38100"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C7AF304-CE32-B90C-FD25-FA550EE0580E}"/>
                </a:ext>
              </a:extLst>
            </p:cNvPr>
            <p:cNvSpPr/>
            <p:nvPr/>
          </p:nvSpPr>
          <p:spPr>
            <a:xfrm>
              <a:off x="8095785" y="3047982"/>
              <a:ext cx="168380" cy="14496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3"/>
            </a:p>
          </p:txBody>
        </p:sp>
      </p:grp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0F2E2B4A-A701-5047-1297-9250CF55674C}"/>
              </a:ext>
            </a:extLst>
          </p:cNvPr>
          <p:cNvCxnSpPr>
            <a:cxnSpLocks/>
            <a:endCxn id="90" idx="0"/>
          </p:cNvCxnSpPr>
          <p:nvPr/>
        </p:nvCxnSpPr>
        <p:spPr>
          <a:xfrm rot="10800000" flipV="1">
            <a:off x="5395205" y="3612008"/>
            <a:ext cx="2303270" cy="940855"/>
          </a:xfrm>
          <a:prstGeom prst="bentConnector2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FEECFAC-B8C9-0E38-6A59-E8F922B386FE}"/>
              </a:ext>
            </a:extLst>
          </p:cNvPr>
          <p:cNvGrpSpPr/>
          <p:nvPr/>
        </p:nvGrpSpPr>
        <p:grpSpPr>
          <a:xfrm rot="5400000">
            <a:off x="5168927" y="4196639"/>
            <a:ext cx="449354" cy="296287"/>
            <a:chOff x="8095785" y="2981074"/>
            <a:chExt cx="434081" cy="286216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5119A270-7D4A-5B77-2FB0-DF9A87E4E1F5}"/>
                </a:ext>
              </a:extLst>
            </p:cNvPr>
            <p:cNvGrpSpPr/>
            <p:nvPr/>
          </p:nvGrpSpPr>
          <p:grpSpPr>
            <a:xfrm>
              <a:off x="8241866" y="2981074"/>
              <a:ext cx="288000" cy="286216"/>
              <a:chOff x="4760976" y="1136944"/>
              <a:chExt cx="288000" cy="286216"/>
            </a:xfrm>
          </p:grpSpPr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96B40788-2488-D5DB-521E-98EC0265E55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60976" y="1136944"/>
                <a:ext cx="280715" cy="144965"/>
              </a:xfrm>
              <a:prstGeom prst="line">
                <a:avLst/>
              </a:prstGeom>
              <a:ln w="38100"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FD7CCEA9-36F2-B7D4-22B1-3F55C4B808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68260" y="1272620"/>
                <a:ext cx="280716" cy="150540"/>
              </a:xfrm>
              <a:prstGeom prst="line">
                <a:avLst/>
              </a:prstGeom>
              <a:ln w="38100"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E6AD5BE3-215F-894B-C3F0-AACD963B4A2C}"/>
                </a:ext>
              </a:extLst>
            </p:cNvPr>
            <p:cNvSpPr/>
            <p:nvPr/>
          </p:nvSpPr>
          <p:spPr>
            <a:xfrm>
              <a:off x="8095785" y="3047982"/>
              <a:ext cx="168380" cy="14496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3"/>
            </a:p>
          </p:txBody>
        </p:sp>
      </p:grp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2C38686D-B69B-EA12-5226-D891F13C6FB0}"/>
              </a:ext>
            </a:extLst>
          </p:cNvPr>
          <p:cNvSpPr/>
          <p:nvPr/>
        </p:nvSpPr>
        <p:spPr>
          <a:xfrm>
            <a:off x="4496730" y="6031440"/>
            <a:ext cx="1796950" cy="589721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meta</a:t>
            </a: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2C6CD766-8869-709A-9D9C-B24D466EC672}"/>
              </a:ext>
            </a:extLst>
          </p:cNvPr>
          <p:cNvSpPr/>
          <p:nvPr/>
        </p:nvSpPr>
        <p:spPr>
          <a:xfrm>
            <a:off x="4496730" y="4552863"/>
            <a:ext cx="1796950" cy="147757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datTemp30</a:t>
            </a:r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3A7DEB7C-4E3A-C8CE-BEE5-C005074BB9BA}"/>
              </a:ext>
            </a:extLst>
          </p:cNvPr>
          <p:cNvSpPr/>
          <p:nvPr/>
        </p:nvSpPr>
        <p:spPr>
          <a:xfrm>
            <a:off x="6821154" y="6029465"/>
            <a:ext cx="1796950" cy="589721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meta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639E5F5F-8472-50E8-65B5-31DBD5AB8510}"/>
              </a:ext>
            </a:extLst>
          </p:cNvPr>
          <p:cNvSpPr/>
          <p:nvPr/>
        </p:nvSpPr>
        <p:spPr>
          <a:xfrm>
            <a:off x="6821154" y="4550888"/>
            <a:ext cx="1796950" cy="147757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datTemp10</a:t>
            </a:r>
          </a:p>
        </p:txBody>
      </p: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FC17EF67-33F3-B371-D55F-4DAE66CFCC45}"/>
              </a:ext>
            </a:extLst>
          </p:cNvPr>
          <p:cNvSpPr/>
          <p:nvPr/>
        </p:nvSpPr>
        <p:spPr>
          <a:xfrm>
            <a:off x="2169106" y="6029465"/>
            <a:ext cx="1796950" cy="589721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meta</a:t>
            </a:r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32ED14BF-DDD0-E021-5E9E-CB67036D130F}"/>
              </a:ext>
            </a:extLst>
          </p:cNvPr>
          <p:cNvSpPr/>
          <p:nvPr/>
        </p:nvSpPr>
        <p:spPr>
          <a:xfrm>
            <a:off x="2169106" y="4550888"/>
            <a:ext cx="1796950" cy="147757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datMoist10</a:t>
            </a:r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3B19E815-1AA0-5537-7F7F-C4B0DBEDB464}"/>
              </a:ext>
            </a:extLst>
          </p:cNvPr>
          <p:cNvSpPr/>
          <p:nvPr/>
        </p:nvSpPr>
        <p:spPr>
          <a:xfrm>
            <a:off x="-147715" y="6035242"/>
            <a:ext cx="1796950" cy="589721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meta</a:t>
            </a:r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7DBAC375-AC3B-35E2-487A-8DF99E5F10D8}"/>
              </a:ext>
            </a:extLst>
          </p:cNvPr>
          <p:cNvSpPr/>
          <p:nvPr/>
        </p:nvSpPr>
        <p:spPr>
          <a:xfrm>
            <a:off x="-147715" y="4556665"/>
            <a:ext cx="1796950" cy="147757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datMoist30</a:t>
            </a:r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AFD6C958-5054-C249-38FA-8A9C7AEA501B}"/>
              </a:ext>
            </a:extLst>
          </p:cNvPr>
          <p:cNvSpPr/>
          <p:nvPr/>
        </p:nvSpPr>
        <p:spPr>
          <a:xfrm>
            <a:off x="-2464535" y="6044364"/>
            <a:ext cx="1796950" cy="589721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meta</a:t>
            </a:r>
          </a:p>
        </p:txBody>
      </p: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B3A8D609-7214-D864-5A95-BC48C59DB8BF}"/>
              </a:ext>
            </a:extLst>
          </p:cNvPr>
          <p:cNvSpPr/>
          <p:nvPr/>
        </p:nvSpPr>
        <p:spPr>
          <a:xfrm>
            <a:off x="-2464535" y="4565787"/>
            <a:ext cx="1796950" cy="147757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datXXX</a:t>
            </a:r>
            <a:endParaRPr lang="en-US" sz="176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D668367-C9EB-CEBA-6808-386822D7943D}"/>
              </a:ext>
            </a:extLst>
          </p:cNvPr>
          <p:cNvSpPr txBox="1"/>
          <p:nvPr/>
        </p:nvSpPr>
        <p:spPr>
          <a:xfrm>
            <a:off x="-2919363" y="159960"/>
            <a:ext cx="8136461" cy="3923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63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Figure 1. </a:t>
            </a:r>
            <a:r>
              <a:rPr lang="en-US" sz="1863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Relational entity diagram for the SWEDIE data model</a:t>
            </a:r>
          </a:p>
        </p:txBody>
      </p:sp>
    </p:spTree>
    <p:extLst>
      <p:ext uri="{BB962C8B-B14F-4D97-AF65-F5344CB8AC3E}">
        <p14:creationId xmlns:p14="http://schemas.microsoft.com/office/powerpoint/2010/main" val="910667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BA4F6-1006-7088-30A1-82694869B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9BA67CFA-0D2C-34AE-11C0-AD9E89073D93}"/>
              </a:ext>
            </a:extLst>
          </p:cNvPr>
          <p:cNvCxnSpPr>
            <a:cxnSpLocks/>
          </p:cNvCxnSpPr>
          <p:nvPr/>
        </p:nvCxnSpPr>
        <p:spPr>
          <a:xfrm>
            <a:off x="3585500" y="2789237"/>
            <a:ext cx="0" cy="17802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B5B90B95-17B0-117B-5A91-5682A3A8DE65}"/>
              </a:ext>
            </a:extLst>
          </p:cNvPr>
          <p:cNvCxnSpPr>
            <a:cxnSpLocks/>
          </p:cNvCxnSpPr>
          <p:nvPr/>
        </p:nvCxnSpPr>
        <p:spPr>
          <a:xfrm>
            <a:off x="2282716" y="2794154"/>
            <a:ext cx="0" cy="17802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21E888EA-E16B-CC65-2CC3-6FAADF465AC4}"/>
              </a:ext>
            </a:extLst>
          </p:cNvPr>
          <p:cNvCxnSpPr>
            <a:cxnSpLocks/>
          </p:cNvCxnSpPr>
          <p:nvPr/>
        </p:nvCxnSpPr>
        <p:spPr>
          <a:xfrm>
            <a:off x="967675" y="2812681"/>
            <a:ext cx="0" cy="17802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3CB387F5-6091-997B-E51E-DCA582468FB1}"/>
              </a:ext>
            </a:extLst>
          </p:cNvPr>
          <p:cNvGrpSpPr>
            <a:grpSpLocks/>
          </p:cNvGrpSpPr>
          <p:nvPr/>
        </p:nvGrpSpPr>
        <p:grpSpPr>
          <a:xfrm>
            <a:off x="1861449" y="1591974"/>
            <a:ext cx="670800" cy="191936"/>
            <a:chOff x="3333397" y="1136944"/>
            <a:chExt cx="1715579" cy="286216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DF9EBA11-01C3-2012-DE81-E24935251E76}"/>
                </a:ext>
              </a:extLst>
            </p:cNvPr>
            <p:cNvCxnSpPr>
              <a:cxnSpLocks/>
            </p:cNvCxnSpPr>
            <p:nvPr/>
          </p:nvCxnSpPr>
          <p:spPr>
            <a:xfrm>
              <a:off x="3333397" y="1272620"/>
              <a:ext cx="1434866" cy="0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A57A42F-75FB-E8F3-7641-3C7947F6F7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60976" y="1136944"/>
              <a:ext cx="0" cy="286216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B37EACF-5555-4315-C7A2-D581464041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66848" y="1272620"/>
              <a:ext cx="280715" cy="0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859F881-7F65-450D-10FF-B6D795C101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60976" y="1136944"/>
              <a:ext cx="280715" cy="144965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16B08F2-ADAF-7A75-B36C-863DBA7DE3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768260" y="1272620"/>
              <a:ext cx="280716" cy="150540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EF11C1E-CF4D-FCEE-E42A-775D27EFD1BD}"/>
              </a:ext>
            </a:extLst>
          </p:cNvPr>
          <p:cNvGrpSpPr>
            <a:grpSpLocks/>
          </p:cNvGrpSpPr>
          <p:nvPr/>
        </p:nvGrpSpPr>
        <p:grpSpPr>
          <a:xfrm>
            <a:off x="3616328" y="1602507"/>
            <a:ext cx="670248" cy="191936"/>
            <a:chOff x="3333397" y="1136944"/>
            <a:chExt cx="1714166" cy="286216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A2FAB3D-DE8F-8D53-1EB6-86242441860E}"/>
                </a:ext>
              </a:extLst>
            </p:cNvPr>
            <p:cNvCxnSpPr>
              <a:cxnSpLocks/>
            </p:cNvCxnSpPr>
            <p:nvPr/>
          </p:nvCxnSpPr>
          <p:spPr>
            <a:xfrm>
              <a:off x="3333397" y="1272620"/>
              <a:ext cx="1434866" cy="0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24AAA04-62C1-90D8-2BF8-8A3BB2627A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60976" y="1136944"/>
              <a:ext cx="0" cy="286216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4828FB5-8A3C-6F01-42FE-4070BE5475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66848" y="1272620"/>
              <a:ext cx="280715" cy="0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63E0177E-1415-BD5B-3D29-F2FF66A85451}"/>
              </a:ext>
            </a:extLst>
          </p:cNvPr>
          <p:cNvCxnSpPr>
            <a:cxnSpLocks/>
            <a:endCxn id="96" idx="2"/>
          </p:cNvCxnSpPr>
          <p:nvPr/>
        </p:nvCxnSpPr>
        <p:spPr>
          <a:xfrm flipH="1" flipV="1">
            <a:off x="967271" y="4013605"/>
            <a:ext cx="1950029" cy="466166"/>
          </a:xfrm>
          <a:prstGeom prst="line">
            <a:avLst/>
          </a:prstGeom>
          <a:ln w="38100">
            <a:solidFill>
              <a:srgbClr val="7030A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0CDDD94A-B9D7-9554-6220-FD5ED375D721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2290465" y="4013605"/>
            <a:ext cx="626832" cy="449894"/>
          </a:xfrm>
          <a:prstGeom prst="line">
            <a:avLst/>
          </a:prstGeom>
          <a:ln w="38100">
            <a:solidFill>
              <a:srgbClr val="7030A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B24BFC89-9058-D237-6177-3FE59D6DC85A}"/>
              </a:ext>
            </a:extLst>
          </p:cNvPr>
          <p:cNvCxnSpPr>
            <a:cxnSpLocks/>
            <a:endCxn id="79" idx="2"/>
          </p:cNvCxnSpPr>
          <p:nvPr/>
        </p:nvCxnSpPr>
        <p:spPr>
          <a:xfrm flipV="1">
            <a:off x="2917299" y="4014796"/>
            <a:ext cx="673575" cy="448704"/>
          </a:xfrm>
          <a:prstGeom prst="line">
            <a:avLst/>
          </a:prstGeom>
          <a:ln w="38100">
            <a:solidFill>
              <a:srgbClr val="7030A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C3BE0CBB-670A-51E1-82AC-FB41B67076BD}"/>
              </a:ext>
            </a:extLst>
          </p:cNvPr>
          <p:cNvCxnSpPr>
            <a:cxnSpLocks/>
            <a:endCxn id="91" idx="2"/>
          </p:cNvCxnSpPr>
          <p:nvPr/>
        </p:nvCxnSpPr>
        <p:spPr>
          <a:xfrm flipV="1">
            <a:off x="2917298" y="4015508"/>
            <a:ext cx="1998379" cy="447992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D2D60536-2442-07F9-E952-06A4C48ABA77}"/>
              </a:ext>
            </a:extLst>
          </p:cNvPr>
          <p:cNvCxnSpPr>
            <a:cxnSpLocks noChangeAspect="1"/>
          </p:cNvCxnSpPr>
          <p:nvPr/>
        </p:nvCxnSpPr>
        <p:spPr>
          <a:xfrm rot="10800000" flipV="1">
            <a:off x="1513721" y="2901712"/>
            <a:ext cx="814348" cy="332651"/>
          </a:xfrm>
          <a:prstGeom prst="bentConnector3">
            <a:avLst>
              <a:gd name="adj1" fmla="val 166237"/>
            </a:avLst>
          </a:prstGeom>
          <a:ln w="38100">
            <a:solidFill>
              <a:srgbClr val="7030A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D9696B4-A74F-827D-D6CF-92339F71A1EB}"/>
              </a:ext>
            </a:extLst>
          </p:cNvPr>
          <p:cNvSpPr>
            <a:spLocks noChangeAspect="1"/>
          </p:cNvSpPr>
          <p:nvPr/>
        </p:nvSpPr>
        <p:spPr>
          <a:xfrm>
            <a:off x="134952" y="1334895"/>
            <a:ext cx="1807330" cy="685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experiment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83E3AA4-F715-EE68-928C-8CA6EFAF8FCC}"/>
              </a:ext>
            </a:extLst>
          </p:cNvPr>
          <p:cNvSpPr>
            <a:spLocks noChangeAspect="1"/>
          </p:cNvSpPr>
          <p:nvPr/>
        </p:nvSpPr>
        <p:spPr>
          <a:xfrm>
            <a:off x="2535098" y="1334895"/>
            <a:ext cx="1164075" cy="685854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site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544FEBD-BCFA-BDF2-DBC2-FCAB53EACE7E}"/>
              </a:ext>
            </a:extLst>
          </p:cNvPr>
          <p:cNvSpPr>
            <a:spLocks noChangeAspect="1"/>
          </p:cNvSpPr>
          <p:nvPr/>
        </p:nvSpPr>
        <p:spPr>
          <a:xfrm>
            <a:off x="4289975" y="1328404"/>
            <a:ext cx="1164075" cy="68142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plot</a:t>
            </a:r>
          </a:p>
        </p:txBody>
      </p: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9A96B0E4-6133-6449-B612-2AE84C65300D}"/>
              </a:ext>
            </a:extLst>
          </p:cNvPr>
          <p:cNvCxnSpPr>
            <a:cxnSpLocks noChangeAspect="1"/>
          </p:cNvCxnSpPr>
          <p:nvPr/>
        </p:nvCxnSpPr>
        <p:spPr>
          <a:xfrm rot="10800000" flipV="1">
            <a:off x="4927081" y="2898668"/>
            <a:ext cx="771987" cy="179614"/>
          </a:xfrm>
          <a:prstGeom prst="bentConnector3">
            <a:avLst>
              <a:gd name="adj1" fmla="val 104659"/>
            </a:avLst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C289770C-3F82-D0C7-90E2-53C4A3956D6A}"/>
              </a:ext>
            </a:extLst>
          </p:cNvPr>
          <p:cNvSpPr>
            <a:spLocks noChangeAspect="1"/>
          </p:cNvSpPr>
          <p:nvPr/>
        </p:nvSpPr>
        <p:spPr>
          <a:xfrm>
            <a:off x="4333640" y="3757658"/>
            <a:ext cx="1164075" cy="257851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dd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911909BA-489D-D2C7-CFB5-503B594B92BB}"/>
              </a:ext>
            </a:extLst>
          </p:cNvPr>
          <p:cNvSpPr>
            <a:spLocks noChangeAspect="1"/>
          </p:cNvSpPr>
          <p:nvPr/>
        </p:nvSpPr>
        <p:spPr>
          <a:xfrm>
            <a:off x="4322234" y="3066051"/>
            <a:ext cx="1164076" cy="67728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soil temp</a:t>
            </a:r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28467896-5797-3C10-8ED1-BB32AA989911}"/>
              </a:ext>
            </a:extLst>
          </p:cNvPr>
          <p:cNvSpPr>
            <a:spLocks noChangeAspect="1"/>
          </p:cNvSpPr>
          <p:nvPr/>
        </p:nvSpPr>
        <p:spPr>
          <a:xfrm>
            <a:off x="349646" y="4721612"/>
            <a:ext cx="5148069" cy="449082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file level metadata</a:t>
            </a:r>
          </a:p>
        </p:txBody>
      </p: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1B57A52F-F48E-A518-0763-AE6A2BAB0417}"/>
              </a:ext>
            </a:extLst>
          </p:cNvPr>
          <p:cNvSpPr>
            <a:spLocks noChangeAspect="1"/>
          </p:cNvSpPr>
          <p:nvPr/>
        </p:nvSpPr>
        <p:spPr>
          <a:xfrm>
            <a:off x="385233" y="3064148"/>
            <a:ext cx="1164075" cy="675334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dat</a:t>
            </a:r>
            <a:endParaRPr lang="en-US" sz="176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algn="ctr"/>
            <a:r>
              <a:rPr lang="en-US" sz="176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X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C340760-C340-CA5B-CBB4-7D4CD4DA6AE1}"/>
              </a:ext>
            </a:extLst>
          </p:cNvPr>
          <p:cNvSpPr txBox="1"/>
          <p:nvPr/>
        </p:nvSpPr>
        <p:spPr>
          <a:xfrm>
            <a:off x="-743430" y="-126206"/>
            <a:ext cx="8136461" cy="3923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63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Figure 1. </a:t>
            </a:r>
            <a:r>
              <a:rPr lang="en-US" sz="1863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Relational entity diagram for the SWEDIE data model</a:t>
            </a:r>
          </a:p>
        </p:txBody>
      </p: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E647FCB7-1A79-2330-FAC0-A6A627D73391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5454050" y="1669119"/>
            <a:ext cx="237299" cy="1249745"/>
          </a:xfrm>
          <a:prstGeom prst="bentConnector2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199173F3-B7D2-787A-55D8-81ADB390B523}"/>
              </a:ext>
            </a:extLst>
          </p:cNvPr>
          <p:cNvCxnSpPr>
            <a:cxnSpLocks noChangeAspect="1"/>
          </p:cNvCxnSpPr>
          <p:nvPr/>
        </p:nvCxnSpPr>
        <p:spPr>
          <a:xfrm rot="10800000" flipV="1">
            <a:off x="4100011" y="2902494"/>
            <a:ext cx="772006" cy="179621"/>
          </a:xfrm>
          <a:prstGeom prst="bentConnector3">
            <a:avLst>
              <a:gd name="adj1" fmla="val 166703"/>
            </a:avLst>
          </a:prstGeom>
          <a:ln w="38100">
            <a:solidFill>
              <a:srgbClr val="7030A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E6236453-D7D3-A594-309B-84818FEFF086}"/>
              </a:ext>
            </a:extLst>
          </p:cNvPr>
          <p:cNvSpPr>
            <a:spLocks noChangeAspect="1"/>
          </p:cNvSpPr>
          <p:nvPr/>
        </p:nvSpPr>
        <p:spPr>
          <a:xfrm>
            <a:off x="3011860" y="3066051"/>
            <a:ext cx="1164075" cy="67728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soil moist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6FB1113A-4956-B7E0-757F-12DE6245BE21}"/>
              </a:ext>
            </a:extLst>
          </p:cNvPr>
          <p:cNvSpPr>
            <a:spLocks noChangeAspect="1"/>
          </p:cNvSpPr>
          <p:nvPr/>
        </p:nvSpPr>
        <p:spPr>
          <a:xfrm>
            <a:off x="3010442" y="3757658"/>
            <a:ext cx="1160860" cy="257139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dd</a:t>
            </a:r>
          </a:p>
        </p:txBody>
      </p:sp>
      <p:cxnSp>
        <p:nvCxnSpPr>
          <p:cNvPr id="80" name="Elbow Connector 79">
            <a:extLst>
              <a:ext uri="{FF2B5EF4-FFF2-40B4-BE49-F238E27FC236}">
                <a16:creationId xmlns:a16="http://schemas.microsoft.com/office/drawing/2014/main" id="{681C516C-D5C7-13D8-174A-A1D4DFA903D5}"/>
              </a:ext>
            </a:extLst>
          </p:cNvPr>
          <p:cNvCxnSpPr>
            <a:cxnSpLocks noChangeAspect="1"/>
          </p:cNvCxnSpPr>
          <p:nvPr/>
        </p:nvCxnSpPr>
        <p:spPr>
          <a:xfrm rot="10800000" flipV="1">
            <a:off x="2797996" y="2900592"/>
            <a:ext cx="772006" cy="179621"/>
          </a:xfrm>
          <a:prstGeom prst="bentConnector3">
            <a:avLst>
              <a:gd name="adj1" fmla="val 166703"/>
            </a:avLst>
          </a:prstGeom>
          <a:ln w="38100">
            <a:solidFill>
              <a:srgbClr val="7030A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3AA36FDF-A707-260B-4E98-A445FB755003}"/>
              </a:ext>
            </a:extLst>
          </p:cNvPr>
          <p:cNvSpPr>
            <a:spLocks noChangeAspect="1"/>
          </p:cNvSpPr>
          <p:nvPr/>
        </p:nvSpPr>
        <p:spPr>
          <a:xfrm>
            <a:off x="1709845" y="3064149"/>
            <a:ext cx="1164075" cy="67728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air temp</a:t>
            </a:r>
          </a:p>
        </p:txBody>
      </p:sp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5CDACEE4-6D52-DD38-4020-BDF5242A5135}"/>
              </a:ext>
            </a:extLst>
          </p:cNvPr>
          <p:cNvSpPr>
            <a:spLocks noChangeAspect="1"/>
          </p:cNvSpPr>
          <p:nvPr/>
        </p:nvSpPr>
        <p:spPr>
          <a:xfrm>
            <a:off x="1708429" y="3755756"/>
            <a:ext cx="1164075" cy="257851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dd</a:t>
            </a:r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589A0F41-3534-4A57-1977-178CC6AB71E8}"/>
              </a:ext>
            </a:extLst>
          </p:cNvPr>
          <p:cNvSpPr>
            <a:spLocks noChangeAspect="1"/>
          </p:cNvSpPr>
          <p:nvPr/>
        </p:nvSpPr>
        <p:spPr>
          <a:xfrm>
            <a:off x="385233" y="3755755"/>
            <a:ext cx="1164075" cy="257851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6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dd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26ADDBD-5E29-F47D-1D3C-029F2CBE351E}"/>
              </a:ext>
            </a:extLst>
          </p:cNvPr>
          <p:cNvCxnSpPr>
            <a:cxnSpLocks/>
          </p:cNvCxnSpPr>
          <p:nvPr/>
        </p:nvCxnSpPr>
        <p:spPr>
          <a:xfrm flipV="1">
            <a:off x="2915930" y="4463500"/>
            <a:ext cx="0" cy="258113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6167651-5710-68FB-E9FC-4272B52A08F7}"/>
              </a:ext>
            </a:extLst>
          </p:cNvPr>
          <p:cNvCxnSpPr>
            <a:cxnSpLocks/>
          </p:cNvCxnSpPr>
          <p:nvPr/>
        </p:nvCxnSpPr>
        <p:spPr>
          <a:xfrm rot="5400000" flipV="1">
            <a:off x="2918015" y="4425065"/>
            <a:ext cx="0" cy="191936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3E57FECA-0122-3045-EF98-08376E7679BB}"/>
              </a:ext>
            </a:extLst>
          </p:cNvPr>
          <p:cNvCxnSpPr>
            <a:cxnSpLocks/>
          </p:cNvCxnSpPr>
          <p:nvPr/>
        </p:nvCxnSpPr>
        <p:spPr>
          <a:xfrm flipV="1">
            <a:off x="4233785" y="1602505"/>
            <a:ext cx="0" cy="191936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Oval 150">
            <a:extLst>
              <a:ext uri="{FF2B5EF4-FFF2-40B4-BE49-F238E27FC236}">
                <a16:creationId xmlns:a16="http://schemas.microsoft.com/office/drawing/2014/main" id="{D9EF0F6B-A111-7F28-210C-945B6A358C43}"/>
              </a:ext>
            </a:extLst>
          </p:cNvPr>
          <p:cNvSpPr>
            <a:spLocks noChangeAspect="1"/>
          </p:cNvSpPr>
          <p:nvPr/>
        </p:nvSpPr>
        <p:spPr>
          <a:xfrm rot="5400000">
            <a:off x="3540968" y="2845978"/>
            <a:ext cx="108000" cy="10800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63" dirty="0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CBE3A2F4-F34E-E288-1C98-E28367CCAC8A}"/>
              </a:ext>
            </a:extLst>
          </p:cNvPr>
          <p:cNvSpPr>
            <a:spLocks noChangeAspect="1"/>
          </p:cNvSpPr>
          <p:nvPr/>
        </p:nvSpPr>
        <p:spPr>
          <a:xfrm rot="5400000">
            <a:off x="2237099" y="2845976"/>
            <a:ext cx="108000" cy="10800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63" dirty="0"/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5A6797D5-FE0F-A653-E938-65C3AFE225B9}"/>
              </a:ext>
            </a:extLst>
          </p:cNvPr>
          <p:cNvSpPr>
            <a:spLocks noChangeAspect="1"/>
          </p:cNvSpPr>
          <p:nvPr/>
        </p:nvSpPr>
        <p:spPr>
          <a:xfrm rot="5400000">
            <a:off x="924764" y="2845972"/>
            <a:ext cx="108000" cy="10800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63" dirty="0"/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2F07394D-741F-2264-76CD-994392C8756A}"/>
              </a:ext>
            </a:extLst>
          </p:cNvPr>
          <p:cNvCxnSpPr>
            <a:cxnSpLocks/>
          </p:cNvCxnSpPr>
          <p:nvPr/>
        </p:nvCxnSpPr>
        <p:spPr>
          <a:xfrm>
            <a:off x="4888958" y="2803262"/>
            <a:ext cx="0" cy="17802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947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Box 128">
            <a:extLst>
              <a:ext uri="{FF2B5EF4-FFF2-40B4-BE49-F238E27FC236}">
                <a16:creationId xmlns:a16="http://schemas.microsoft.com/office/drawing/2014/main" id="{1D668367-C9EB-CEBA-6808-386822D7943D}"/>
              </a:ext>
            </a:extLst>
          </p:cNvPr>
          <p:cNvSpPr txBox="1"/>
          <p:nvPr/>
        </p:nvSpPr>
        <p:spPr>
          <a:xfrm>
            <a:off x="-3083125" y="-1452"/>
            <a:ext cx="5098688" cy="3923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63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Figure 2. </a:t>
            </a:r>
            <a:r>
              <a:rPr lang="en-US" sz="1863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SSWEDIE directory structure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29B367-FF5A-3B2B-5C4C-DE5A161E528D}"/>
              </a:ext>
            </a:extLst>
          </p:cNvPr>
          <p:cNvSpPr txBox="1"/>
          <p:nvPr/>
        </p:nvSpPr>
        <p:spPr>
          <a:xfrm>
            <a:off x="-908845" y="2178772"/>
            <a:ext cx="1115054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 err="1"/>
              <a:t>sweddie</a:t>
            </a:r>
            <a:endParaRPr lang="en-US" sz="207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5AD22E-7F5D-EBF2-332F-E4039CCD82A5}"/>
              </a:ext>
            </a:extLst>
          </p:cNvPr>
          <p:cNvSpPr txBox="1"/>
          <p:nvPr/>
        </p:nvSpPr>
        <p:spPr>
          <a:xfrm>
            <a:off x="-3227155" y="2950103"/>
            <a:ext cx="1003940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/>
              <a:t>reports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34B769-3C5F-16FB-8026-A16598ECB77C}"/>
              </a:ext>
            </a:extLst>
          </p:cNvPr>
          <p:cNvSpPr txBox="1"/>
          <p:nvPr/>
        </p:nvSpPr>
        <p:spPr>
          <a:xfrm>
            <a:off x="1103864" y="2953079"/>
            <a:ext cx="1302899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/>
              <a:t>templates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2B8EB9-ABC2-A372-9AD2-C387A0D9DAD6}"/>
              </a:ext>
            </a:extLst>
          </p:cNvPr>
          <p:cNvSpPr txBox="1"/>
          <p:nvPr/>
        </p:nvSpPr>
        <p:spPr>
          <a:xfrm>
            <a:off x="-905166" y="2918709"/>
            <a:ext cx="1103306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 err="1"/>
              <a:t>siteData</a:t>
            </a:r>
            <a:endParaRPr lang="en-US" sz="207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E467F7-D055-7B9C-FA9D-14DAF5ECA57C}"/>
              </a:ext>
            </a:extLst>
          </p:cNvPr>
          <p:cNvSpPr txBox="1"/>
          <p:nvPr/>
        </p:nvSpPr>
        <p:spPr>
          <a:xfrm>
            <a:off x="-1998469" y="3922499"/>
            <a:ext cx="725890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/>
              <a:t>site1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5CF9EE-2535-9BC1-4933-8C701B5B6967}"/>
              </a:ext>
            </a:extLst>
          </p:cNvPr>
          <p:cNvSpPr txBox="1"/>
          <p:nvPr/>
        </p:nvSpPr>
        <p:spPr>
          <a:xfrm>
            <a:off x="556541" y="3921685"/>
            <a:ext cx="764057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 err="1"/>
              <a:t>siteN</a:t>
            </a:r>
            <a:endParaRPr lang="en-US" sz="207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96661C-2718-A0DE-E9A4-E2F7D177DAE0}"/>
              </a:ext>
            </a:extLst>
          </p:cNvPr>
          <p:cNvSpPr txBox="1"/>
          <p:nvPr/>
        </p:nvSpPr>
        <p:spPr>
          <a:xfrm>
            <a:off x="3922329" y="351123"/>
            <a:ext cx="498154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 err="1"/>
              <a:t>prj</a:t>
            </a:r>
            <a:endParaRPr lang="en-US" sz="207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77F538-B679-A3A9-CC78-672E32D6FDB7}"/>
              </a:ext>
            </a:extLst>
          </p:cNvPr>
          <p:cNvSpPr txBox="1"/>
          <p:nvPr/>
        </p:nvSpPr>
        <p:spPr>
          <a:xfrm>
            <a:off x="6760099" y="1276821"/>
            <a:ext cx="507379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 err="1"/>
              <a:t>src</a:t>
            </a:r>
            <a:endParaRPr lang="en-US" sz="207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5A989A-DC2C-B00B-0C80-FABAEC5D715D}"/>
              </a:ext>
            </a:extLst>
          </p:cNvPr>
          <p:cNvSpPr txBox="1"/>
          <p:nvPr/>
        </p:nvSpPr>
        <p:spPr>
          <a:xfrm>
            <a:off x="892662" y="1276821"/>
            <a:ext cx="555371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 err="1"/>
              <a:t>dat</a:t>
            </a:r>
            <a:endParaRPr lang="en-US" sz="207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452B60-2F9C-0535-215A-F0FCF110B2F1}"/>
              </a:ext>
            </a:extLst>
          </p:cNvPr>
          <p:cNvSpPr txBox="1"/>
          <p:nvPr/>
        </p:nvSpPr>
        <p:spPr>
          <a:xfrm>
            <a:off x="5377589" y="2283368"/>
            <a:ext cx="606811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/>
              <a:t>raw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7734F3-A707-54DD-1BA7-35F777D69F8C}"/>
              </a:ext>
            </a:extLst>
          </p:cNvPr>
          <p:cNvSpPr txBox="1"/>
          <p:nvPr/>
        </p:nvSpPr>
        <p:spPr>
          <a:xfrm>
            <a:off x="-720964" y="3921685"/>
            <a:ext cx="725890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/>
              <a:t>site2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9494819-132B-D87C-35ED-1E4BB6747449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4171406" y="776462"/>
            <a:ext cx="2842382" cy="50035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2CFA655-85EF-1175-6F81-489085FE1261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 flipH="1">
            <a:off x="1170348" y="776462"/>
            <a:ext cx="3001059" cy="50035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A8EE758-57EC-90A6-A0D5-A2A20DC0B1FE}"/>
              </a:ext>
            </a:extLst>
          </p:cNvPr>
          <p:cNvCxnSpPr>
            <a:cxnSpLocks/>
            <a:stCxn id="19" idx="0"/>
            <a:endCxn id="17" idx="2"/>
          </p:cNvCxnSpPr>
          <p:nvPr/>
        </p:nvCxnSpPr>
        <p:spPr>
          <a:xfrm flipH="1" flipV="1">
            <a:off x="1170348" y="1702159"/>
            <a:ext cx="4510647" cy="581208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7765FC-5D26-EBC5-B802-EC38B42FA989}"/>
              </a:ext>
            </a:extLst>
          </p:cNvPr>
          <p:cNvCxnSpPr>
            <a:cxnSpLocks/>
            <a:stCxn id="2" idx="0"/>
            <a:endCxn id="17" idx="2"/>
          </p:cNvCxnSpPr>
          <p:nvPr/>
        </p:nvCxnSpPr>
        <p:spPr>
          <a:xfrm flipV="1">
            <a:off x="-351318" y="1702160"/>
            <a:ext cx="1521665" cy="476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EEB6B36-46B3-5C58-BC21-A7B2A9F7D96D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-2725185" y="2604110"/>
            <a:ext cx="2373867" cy="345992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5F056383-72EE-498C-E785-04EB3D0B9FE0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 flipH="1">
            <a:off x="-353513" y="2604111"/>
            <a:ext cx="2195" cy="314598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10780D0-AFD8-10E5-96FB-B959D49AC229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-351318" y="2604112"/>
            <a:ext cx="2106631" cy="34896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852D3E0-7581-9A0A-0A71-BC3C7758DAF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-1635524" y="3344048"/>
            <a:ext cx="1282011" cy="57845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54D3425-08A6-0F50-9497-7FDC3034728D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-358019" y="3344048"/>
            <a:ext cx="4506" cy="57763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E02E8877-8593-B201-BE8D-1FD314902B64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>
            <a:off x="-353512" y="3344048"/>
            <a:ext cx="1292082" cy="57763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C32B0CF-D58A-CC9B-DAD7-AC4EBB5B2EF4}"/>
              </a:ext>
            </a:extLst>
          </p:cNvPr>
          <p:cNvSpPr txBox="1"/>
          <p:nvPr/>
        </p:nvSpPr>
        <p:spPr>
          <a:xfrm>
            <a:off x="-1962653" y="4213179"/>
            <a:ext cx="1378302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experiment.csv</a:t>
            </a:r>
            <a:endParaRPr lang="en-US" sz="1449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AAA17BC-F529-6970-CC96-8974CEF04F8C}"/>
              </a:ext>
            </a:extLst>
          </p:cNvPr>
          <p:cNvSpPr txBox="1"/>
          <p:nvPr/>
        </p:nvSpPr>
        <p:spPr>
          <a:xfrm>
            <a:off x="-1962654" y="4432619"/>
            <a:ext cx="757021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site.csv</a:t>
            </a:r>
            <a:endParaRPr lang="en-US" sz="1449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203478-BB56-79E6-1798-322E03FA091E}"/>
              </a:ext>
            </a:extLst>
          </p:cNvPr>
          <p:cNvSpPr txBox="1"/>
          <p:nvPr/>
        </p:nvSpPr>
        <p:spPr>
          <a:xfrm>
            <a:off x="-1975943" y="4640075"/>
            <a:ext cx="790607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plot.csv</a:t>
            </a:r>
            <a:endParaRPr lang="en-US" sz="1449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ACDDCA5-EDA4-91AC-C027-8481587FA0E3}"/>
              </a:ext>
            </a:extLst>
          </p:cNvPr>
          <p:cNvSpPr txBox="1"/>
          <p:nvPr/>
        </p:nvSpPr>
        <p:spPr>
          <a:xfrm>
            <a:off x="-627803" y="4207495"/>
            <a:ext cx="1378302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experiment.csv</a:t>
            </a:r>
            <a:endParaRPr lang="en-US" sz="1449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2A5E2D1-C305-8924-DC77-F544BEEBB77C}"/>
              </a:ext>
            </a:extLst>
          </p:cNvPr>
          <p:cNvSpPr txBox="1"/>
          <p:nvPr/>
        </p:nvSpPr>
        <p:spPr>
          <a:xfrm>
            <a:off x="-627804" y="4426935"/>
            <a:ext cx="757021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site.csv</a:t>
            </a:r>
            <a:endParaRPr lang="en-US" sz="1449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1632060-0661-8C54-0F5A-1C3C236AA122}"/>
              </a:ext>
            </a:extLst>
          </p:cNvPr>
          <p:cNvSpPr txBox="1"/>
          <p:nvPr/>
        </p:nvSpPr>
        <p:spPr>
          <a:xfrm>
            <a:off x="-641093" y="4634391"/>
            <a:ext cx="790607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plot.csv</a:t>
            </a:r>
            <a:endParaRPr lang="en-US" sz="1449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99E199C-43CF-E224-D5CB-ACA6F46D3624}"/>
              </a:ext>
            </a:extLst>
          </p:cNvPr>
          <p:cNvSpPr txBox="1"/>
          <p:nvPr/>
        </p:nvSpPr>
        <p:spPr>
          <a:xfrm>
            <a:off x="715564" y="4207495"/>
            <a:ext cx="1378302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experiment.csv</a:t>
            </a:r>
            <a:endParaRPr lang="en-US" sz="1449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15CD2D6-48B0-1872-6B55-F1B337686FE3}"/>
              </a:ext>
            </a:extLst>
          </p:cNvPr>
          <p:cNvSpPr txBox="1"/>
          <p:nvPr/>
        </p:nvSpPr>
        <p:spPr>
          <a:xfrm>
            <a:off x="715564" y="4426935"/>
            <a:ext cx="757021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site.csv</a:t>
            </a:r>
            <a:endParaRPr lang="en-US" sz="1449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D77EA15-AFE6-968F-5AC6-A12DF12F0288}"/>
              </a:ext>
            </a:extLst>
          </p:cNvPr>
          <p:cNvSpPr txBox="1"/>
          <p:nvPr/>
        </p:nvSpPr>
        <p:spPr>
          <a:xfrm>
            <a:off x="702275" y="4634391"/>
            <a:ext cx="790607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plot.csv</a:t>
            </a:r>
            <a:endParaRPr lang="en-US" sz="1449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607242-60A8-0BA8-56DD-280F79FE4D5A}"/>
              </a:ext>
            </a:extLst>
          </p:cNvPr>
          <p:cNvSpPr txBox="1"/>
          <p:nvPr/>
        </p:nvSpPr>
        <p:spPr>
          <a:xfrm>
            <a:off x="3443140" y="2946928"/>
            <a:ext cx="725890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/>
              <a:t>site1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CDC660-9D03-9408-0BE2-D9E9968C48A2}"/>
              </a:ext>
            </a:extLst>
          </p:cNvPr>
          <p:cNvSpPr txBox="1"/>
          <p:nvPr/>
        </p:nvSpPr>
        <p:spPr>
          <a:xfrm>
            <a:off x="5747514" y="2941155"/>
            <a:ext cx="725890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/>
              <a:t>site2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33F4A6-E1C4-F8A2-F20C-919F4659A047}"/>
              </a:ext>
            </a:extLst>
          </p:cNvPr>
          <p:cNvSpPr txBox="1"/>
          <p:nvPr/>
        </p:nvSpPr>
        <p:spPr>
          <a:xfrm>
            <a:off x="7118082" y="2946928"/>
            <a:ext cx="764057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 err="1"/>
              <a:t>siteN</a:t>
            </a:r>
            <a:endParaRPr lang="en-US" sz="207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E8FB2C-9DAB-3B28-8421-92C29031E9D1}"/>
              </a:ext>
            </a:extLst>
          </p:cNvPr>
          <p:cNvSpPr txBox="1"/>
          <p:nvPr/>
        </p:nvSpPr>
        <p:spPr>
          <a:xfrm>
            <a:off x="3946708" y="4203467"/>
            <a:ext cx="1088902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/>
              <a:t>temp10.csv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2C9F37-3A17-E9A2-D9BD-56D47DC9BCE2}"/>
              </a:ext>
            </a:extLst>
          </p:cNvPr>
          <p:cNvSpPr txBox="1"/>
          <p:nvPr/>
        </p:nvSpPr>
        <p:spPr>
          <a:xfrm>
            <a:off x="3947039" y="4376154"/>
            <a:ext cx="1503686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/>
              <a:t>temp10Meta.csv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7D88AB-28AD-EBE4-ED47-9A93A740643F}"/>
              </a:ext>
            </a:extLst>
          </p:cNvPr>
          <p:cNvCxnSpPr>
            <a:cxnSpLocks/>
            <a:stCxn id="19" idx="2"/>
            <a:endCxn id="7" idx="0"/>
          </p:cNvCxnSpPr>
          <p:nvPr/>
        </p:nvCxnSpPr>
        <p:spPr>
          <a:xfrm flipH="1">
            <a:off x="3806086" y="2708707"/>
            <a:ext cx="1874909" cy="23822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93943F4-63D9-8584-D379-D79F1B7BBB2B}"/>
              </a:ext>
            </a:extLst>
          </p:cNvPr>
          <p:cNvCxnSpPr>
            <a:cxnSpLocks/>
            <a:stCxn id="19" idx="2"/>
            <a:endCxn id="8" idx="0"/>
          </p:cNvCxnSpPr>
          <p:nvPr/>
        </p:nvCxnSpPr>
        <p:spPr>
          <a:xfrm>
            <a:off x="5680995" y="2708706"/>
            <a:ext cx="429465" cy="23244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8C34383-40D8-D84C-A746-2BF2A68B89C6}"/>
              </a:ext>
            </a:extLst>
          </p:cNvPr>
          <p:cNvCxnSpPr>
            <a:cxnSpLocks/>
            <a:stCxn id="19" idx="2"/>
            <a:endCxn id="11" idx="0"/>
          </p:cNvCxnSpPr>
          <p:nvPr/>
        </p:nvCxnSpPr>
        <p:spPr>
          <a:xfrm>
            <a:off x="5680995" y="2708707"/>
            <a:ext cx="1819117" cy="23822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679385DA-FDFF-155F-647E-1D90F0A2A6D8}"/>
              </a:ext>
            </a:extLst>
          </p:cNvPr>
          <p:cNvSpPr txBox="1"/>
          <p:nvPr/>
        </p:nvSpPr>
        <p:spPr>
          <a:xfrm>
            <a:off x="2413956" y="4197634"/>
            <a:ext cx="1191652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soilMoist.csv</a:t>
            </a:r>
            <a:endParaRPr lang="en-US" sz="1449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0DDCA64-7B85-3DFA-1BFA-921165B53AA5}"/>
              </a:ext>
            </a:extLst>
          </p:cNvPr>
          <p:cNvSpPr txBox="1"/>
          <p:nvPr/>
        </p:nvSpPr>
        <p:spPr>
          <a:xfrm>
            <a:off x="2413956" y="4401277"/>
            <a:ext cx="1606437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soilMoistMeta.csv</a:t>
            </a:r>
            <a:endParaRPr lang="en-US" sz="1449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FD6E76-E363-40DF-FC85-76C9ECACC219}"/>
              </a:ext>
            </a:extLst>
          </p:cNvPr>
          <p:cNvSpPr txBox="1"/>
          <p:nvPr/>
        </p:nvSpPr>
        <p:spPr>
          <a:xfrm>
            <a:off x="8024673" y="4226626"/>
            <a:ext cx="835279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datX.csv</a:t>
            </a:r>
            <a:endParaRPr lang="en-US" sz="1449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5DECE66-6AB0-317B-84BE-73A7560F8322}"/>
              </a:ext>
            </a:extLst>
          </p:cNvPr>
          <p:cNvSpPr txBox="1"/>
          <p:nvPr/>
        </p:nvSpPr>
        <p:spPr>
          <a:xfrm>
            <a:off x="8023057" y="4406811"/>
            <a:ext cx="1250064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datXMeta.csv</a:t>
            </a:r>
            <a:endParaRPr lang="en-US" sz="1449" dirty="0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D72DF8A-DD47-D1AA-D1E9-B8B721399158}"/>
              </a:ext>
            </a:extLst>
          </p:cNvPr>
          <p:cNvCxnSpPr>
            <a:cxnSpLocks/>
            <a:stCxn id="16" idx="2"/>
            <a:endCxn id="67" idx="0"/>
          </p:cNvCxnSpPr>
          <p:nvPr/>
        </p:nvCxnSpPr>
        <p:spPr>
          <a:xfrm>
            <a:off x="7013788" y="1702160"/>
            <a:ext cx="1106189" cy="3562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BE25CE7A-255F-2F74-098E-F716EE37CBC8}"/>
              </a:ext>
            </a:extLst>
          </p:cNvPr>
          <p:cNvSpPr txBox="1"/>
          <p:nvPr/>
        </p:nvSpPr>
        <p:spPr>
          <a:xfrm>
            <a:off x="1467453" y="3218396"/>
            <a:ext cx="1170942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expMeta.csv</a:t>
            </a:r>
            <a:endParaRPr lang="en-US" sz="1449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9A3FFA5-4180-6BFC-EDE7-FD06C0DEAD51}"/>
              </a:ext>
            </a:extLst>
          </p:cNvPr>
          <p:cNvSpPr txBox="1"/>
          <p:nvPr/>
        </p:nvSpPr>
        <p:spPr>
          <a:xfrm>
            <a:off x="1467453" y="3437836"/>
            <a:ext cx="1077618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sitMeta.csv</a:t>
            </a:r>
            <a:endParaRPr lang="en-US" sz="1449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F0F722A-A32E-C21D-B46F-1FBE8F9D084B}"/>
              </a:ext>
            </a:extLst>
          </p:cNvPr>
          <p:cNvSpPr txBox="1"/>
          <p:nvPr/>
        </p:nvSpPr>
        <p:spPr>
          <a:xfrm>
            <a:off x="1454164" y="3645292"/>
            <a:ext cx="1104169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pltMeta.csv</a:t>
            </a:r>
            <a:endParaRPr lang="en-US" sz="1449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FFFA257-6C9D-B88E-A863-7F462DA2A40E}"/>
              </a:ext>
            </a:extLst>
          </p:cNvPr>
          <p:cNvSpPr txBox="1"/>
          <p:nvPr/>
        </p:nvSpPr>
        <p:spPr>
          <a:xfrm>
            <a:off x="-3073650" y="3238446"/>
            <a:ext cx="1150366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coreData.Rd</a:t>
            </a:r>
            <a:endParaRPr lang="en-US" sz="1449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7F65EBC-A307-AC0F-8A1A-AAAACAD7D30F}"/>
              </a:ext>
            </a:extLst>
          </p:cNvPr>
          <p:cNvSpPr txBox="1"/>
          <p:nvPr/>
        </p:nvSpPr>
        <p:spPr>
          <a:xfrm>
            <a:off x="-3075417" y="3407319"/>
            <a:ext cx="1123551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tempPro.Rd</a:t>
            </a:r>
            <a:endParaRPr lang="en-US" sz="1449" dirty="0"/>
          </a:p>
        </p:txBody>
      </p: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7ED568DE-507B-C26D-007B-781C7B5179B6}"/>
              </a:ext>
            </a:extLst>
          </p:cNvPr>
          <p:cNvGrpSpPr/>
          <p:nvPr/>
        </p:nvGrpSpPr>
        <p:grpSpPr>
          <a:xfrm>
            <a:off x="7875049" y="2058384"/>
            <a:ext cx="1394103" cy="1149190"/>
            <a:chOff x="10895193" y="2301801"/>
            <a:chExt cx="1346718" cy="1110130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249EB08-A85D-4CD4-1679-D4A955CB8E7A}"/>
                </a:ext>
              </a:extLst>
            </p:cNvPr>
            <p:cNvSpPr txBox="1"/>
            <p:nvPr/>
          </p:nvSpPr>
          <p:spPr>
            <a:xfrm>
              <a:off x="10895193" y="2301801"/>
              <a:ext cx="473206" cy="4108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70" dirty="0" err="1"/>
                <a:t>utl</a:t>
              </a:r>
              <a:endParaRPr lang="en-US" sz="2070" dirty="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2E18E44-BBFE-B96B-1318-AB1FB28CBB17}"/>
                </a:ext>
              </a:extLst>
            </p:cNvPr>
            <p:cNvSpPr txBox="1"/>
            <p:nvPr/>
          </p:nvSpPr>
          <p:spPr>
            <a:xfrm>
              <a:off x="11017352" y="2622387"/>
              <a:ext cx="1116781" cy="31534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449" dirty="0" err="1"/>
                <a:t>checkCore.R</a:t>
              </a:r>
              <a:endParaRPr lang="en-US" sz="1449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83D77714-2CAF-DFE6-44FC-88AA311BE98C}"/>
                </a:ext>
              </a:extLst>
            </p:cNvPr>
            <p:cNvSpPr txBox="1"/>
            <p:nvPr/>
          </p:nvSpPr>
          <p:spPr>
            <a:xfrm>
              <a:off x="11017352" y="2864750"/>
              <a:ext cx="1168781" cy="31534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449" dirty="0" err="1"/>
                <a:t>shoeStrDat.R</a:t>
              </a:r>
              <a:endParaRPr lang="en-US" sz="1449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71F0641-C80F-BE28-DCC1-9BAA7CC9E467}"/>
                </a:ext>
              </a:extLst>
            </p:cNvPr>
            <p:cNvSpPr txBox="1"/>
            <p:nvPr/>
          </p:nvSpPr>
          <p:spPr>
            <a:xfrm>
              <a:off x="11001700" y="3096588"/>
              <a:ext cx="1240211" cy="31534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449" dirty="0" err="1"/>
                <a:t>depthSpline.R</a:t>
              </a:r>
              <a:endParaRPr lang="en-US" sz="1449" dirty="0"/>
            </a:p>
          </p:txBody>
        </p: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5B4BC7B5-AEB8-5E14-4506-0AFE99161FA4}"/>
              </a:ext>
            </a:extLst>
          </p:cNvPr>
          <p:cNvSpPr txBox="1"/>
          <p:nvPr/>
        </p:nvSpPr>
        <p:spPr>
          <a:xfrm>
            <a:off x="-1994514" y="4847157"/>
            <a:ext cx="597319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i="1" dirty="0"/>
              <a:t>temp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3EC7D8D-8CCF-7845-2567-C9C2157E27F3}"/>
              </a:ext>
            </a:extLst>
          </p:cNvPr>
          <p:cNvSpPr txBox="1"/>
          <p:nvPr/>
        </p:nvSpPr>
        <p:spPr>
          <a:xfrm>
            <a:off x="-1998469" y="5026063"/>
            <a:ext cx="897539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i="1" dirty="0" err="1"/>
              <a:t>soilMoist</a:t>
            </a:r>
            <a:endParaRPr lang="en-US" sz="1449" i="1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6BD11C8-CFB4-2912-6FE6-3077D1EA7E30}"/>
              </a:ext>
            </a:extLst>
          </p:cNvPr>
          <p:cNvSpPr txBox="1"/>
          <p:nvPr/>
        </p:nvSpPr>
        <p:spPr>
          <a:xfrm>
            <a:off x="-637138" y="4847157"/>
            <a:ext cx="597319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i="1" dirty="0"/>
              <a:t>temp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C16E1AF-FC20-7D01-E941-4B5CF9024A27}"/>
              </a:ext>
            </a:extLst>
          </p:cNvPr>
          <p:cNvSpPr txBox="1"/>
          <p:nvPr/>
        </p:nvSpPr>
        <p:spPr>
          <a:xfrm>
            <a:off x="-641094" y="5026063"/>
            <a:ext cx="897539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i="1" dirty="0" err="1"/>
              <a:t>soilMoist</a:t>
            </a:r>
            <a:endParaRPr lang="en-US" sz="1449" i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F4F0338-65B2-19A0-250D-F80A2D3CCF1C}"/>
              </a:ext>
            </a:extLst>
          </p:cNvPr>
          <p:cNvSpPr txBox="1"/>
          <p:nvPr/>
        </p:nvSpPr>
        <p:spPr>
          <a:xfrm>
            <a:off x="-641093" y="5258431"/>
            <a:ext cx="700401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i="1" dirty="0"/>
              <a:t>CO2flx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5884441-EE60-88D6-0D53-CB6BB86C566E}"/>
              </a:ext>
            </a:extLst>
          </p:cNvPr>
          <p:cNvSpPr txBox="1"/>
          <p:nvPr/>
        </p:nvSpPr>
        <p:spPr>
          <a:xfrm>
            <a:off x="693756" y="4849654"/>
            <a:ext cx="554574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i="1" dirty="0" err="1"/>
              <a:t>datX</a:t>
            </a:r>
            <a:endParaRPr lang="en-US" sz="1449" i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4359E4-C896-E16A-17EA-A3212374277B}"/>
              </a:ext>
            </a:extLst>
          </p:cNvPr>
          <p:cNvSpPr txBox="1"/>
          <p:nvPr/>
        </p:nvSpPr>
        <p:spPr>
          <a:xfrm>
            <a:off x="6875278" y="1608701"/>
            <a:ext cx="1222384" cy="326438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49" dirty="0" err="1"/>
              <a:t>sswedie.Rmd</a:t>
            </a:r>
            <a:endParaRPr lang="en-US" sz="1449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6AF9A57-D085-432A-3B4E-30D5D81A3D7A}"/>
              </a:ext>
            </a:extLst>
          </p:cNvPr>
          <p:cNvSpPr txBox="1"/>
          <p:nvPr/>
        </p:nvSpPr>
        <p:spPr>
          <a:xfrm>
            <a:off x="3940060" y="5223721"/>
            <a:ext cx="1206720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tempAnn.csv</a:t>
            </a:r>
            <a:endParaRPr lang="en-US" sz="1449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570D0237-8775-922E-CEAC-433726FFA0AF}"/>
              </a:ext>
            </a:extLst>
          </p:cNvPr>
          <p:cNvSpPr txBox="1"/>
          <p:nvPr/>
        </p:nvSpPr>
        <p:spPr>
          <a:xfrm>
            <a:off x="8023057" y="4620060"/>
            <a:ext cx="1148906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datXAnn.csv</a:t>
            </a:r>
            <a:endParaRPr lang="en-US" sz="1449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F16D73D4-D603-F527-4D77-591516E56A39}"/>
              </a:ext>
            </a:extLst>
          </p:cNvPr>
          <p:cNvSpPr txBox="1"/>
          <p:nvPr/>
        </p:nvSpPr>
        <p:spPr>
          <a:xfrm>
            <a:off x="2408569" y="4609531"/>
            <a:ext cx="1505279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soilMoistAnn.csv</a:t>
            </a:r>
            <a:endParaRPr lang="en-US" sz="1449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AAA543A-E9A7-CF23-384E-47BF6050599A}"/>
              </a:ext>
            </a:extLst>
          </p:cNvPr>
          <p:cNvSpPr txBox="1"/>
          <p:nvPr/>
        </p:nvSpPr>
        <p:spPr>
          <a:xfrm>
            <a:off x="2244195" y="3921685"/>
            <a:ext cx="1208645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 err="1"/>
              <a:t>soilMoist</a:t>
            </a:r>
            <a:endParaRPr lang="en-US" sz="2070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0B22C61-6C17-6307-3A2F-5720832841A7}"/>
              </a:ext>
            </a:extLst>
          </p:cNvPr>
          <p:cNvSpPr txBox="1"/>
          <p:nvPr/>
        </p:nvSpPr>
        <p:spPr>
          <a:xfrm>
            <a:off x="3800941" y="3957882"/>
            <a:ext cx="778991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/>
              <a:t>temp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402CECF-A561-A323-3D5A-FCAB2F634F07}"/>
              </a:ext>
            </a:extLst>
          </p:cNvPr>
          <p:cNvSpPr txBox="1"/>
          <p:nvPr/>
        </p:nvSpPr>
        <p:spPr>
          <a:xfrm>
            <a:off x="7845052" y="3959094"/>
            <a:ext cx="698079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 err="1"/>
              <a:t>datX</a:t>
            </a:r>
            <a:endParaRPr lang="en-US" sz="2070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67B3E2E9-6E2D-9542-3698-FDE3F854DF16}"/>
              </a:ext>
            </a:extLst>
          </p:cNvPr>
          <p:cNvSpPr txBox="1"/>
          <p:nvPr/>
        </p:nvSpPr>
        <p:spPr>
          <a:xfrm>
            <a:off x="6672136" y="4178290"/>
            <a:ext cx="893093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temp.csv</a:t>
            </a:r>
            <a:endParaRPr lang="en-US" sz="1449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F65B6F6B-454C-0474-A3F4-9A87419AFC96}"/>
              </a:ext>
            </a:extLst>
          </p:cNvPr>
          <p:cNvSpPr txBox="1"/>
          <p:nvPr/>
        </p:nvSpPr>
        <p:spPr>
          <a:xfrm>
            <a:off x="5407498" y="4191252"/>
            <a:ext cx="991395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/>
              <a:t>CO2flx.csv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B577428E-AECE-48D5-0C0F-8A02261579EF}"/>
              </a:ext>
            </a:extLst>
          </p:cNvPr>
          <p:cNvSpPr txBox="1"/>
          <p:nvPr/>
        </p:nvSpPr>
        <p:spPr>
          <a:xfrm>
            <a:off x="5407497" y="4394895"/>
            <a:ext cx="1406180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/>
              <a:t>CO2flxMeta.csv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18C7C0DB-74A2-1150-34AC-75E15B6BB3D3}"/>
              </a:ext>
            </a:extLst>
          </p:cNvPr>
          <p:cNvSpPr txBox="1"/>
          <p:nvPr/>
        </p:nvSpPr>
        <p:spPr>
          <a:xfrm>
            <a:off x="5402111" y="4603149"/>
            <a:ext cx="1305023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/>
              <a:t>CO2flxAnn.csv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74D8F28-CEDD-B2F1-E443-5CF9A907671A}"/>
              </a:ext>
            </a:extLst>
          </p:cNvPr>
          <p:cNvSpPr txBox="1"/>
          <p:nvPr/>
        </p:nvSpPr>
        <p:spPr>
          <a:xfrm>
            <a:off x="5260848" y="3938805"/>
            <a:ext cx="923890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/>
              <a:t>CO2flx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8B6E5FD7-FAF4-C3DD-BB26-35E13010CEA9}"/>
              </a:ext>
            </a:extLst>
          </p:cNvPr>
          <p:cNvSpPr txBox="1"/>
          <p:nvPr/>
        </p:nvSpPr>
        <p:spPr>
          <a:xfrm>
            <a:off x="6549455" y="3932705"/>
            <a:ext cx="778991" cy="42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70" dirty="0"/>
              <a:t>temp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A3BD1CD8-CF5C-0E40-EF26-C9F99A290843}"/>
              </a:ext>
            </a:extLst>
          </p:cNvPr>
          <p:cNvSpPr txBox="1"/>
          <p:nvPr/>
        </p:nvSpPr>
        <p:spPr>
          <a:xfrm>
            <a:off x="6675440" y="4361450"/>
            <a:ext cx="1351885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tempMeta.xlsx</a:t>
            </a:r>
            <a:endParaRPr lang="en-US" sz="1449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E7A1ECE1-D6D1-4357-E4C2-6908635A8D19}"/>
              </a:ext>
            </a:extLst>
          </p:cNvPr>
          <p:cNvSpPr txBox="1"/>
          <p:nvPr/>
        </p:nvSpPr>
        <p:spPr>
          <a:xfrm>
            <a:off x="6671759" y="4535067"/>
            <a:ext cx="1206720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 err="1"/>
              <a:t>tempAnn.csv</a:t>
            </a:r>
            <a:endParaRPr lang="en-US" sz="1449" dirty="0"/>
          </a:p>
        </p:txBody>
      </p: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35DB235C-FD45-B0CF-D673-895A0647117E}"/>
              </a:ext>
            </a:extLst>
          </p:cNvPr>
          <p:cNvCxnSpPr>
            <a:cxnSpLocks/>
            <a:stCxn id="156" idx="0"/>
            <a:endCxn id="7" idx="2"/>
          </p:cNvCxnSpPr>
          <p:nvPr/>
        </p:nvCxnSpPr>
        <p:spPr>
          <a:xfrm flipV="1">
            <a:off x="2848517" y="3372266"/>
            <a:ext cx="957568" cy="549418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1B2ACB50-E7AC-CCEE-D068-8060F4E739BC}"/>
              </a:ext>
            </a:extLst>
          </p:cNvPr>
          <p:cNvCxnSpPr>
            <a:cxnSpLocks/>
            <a:stCxn id="157" idx="0"/>
            <a:endCxn id="7" idx="2"/>
          </p:cNvCxnSpPr>
          <p:nvPr/>
        </p:nvCxnSpPr>
        <p:spPr>
          <a:xfrm flipH="1" flipV="1">
            <a:off x="3806086" y="3372266"/>
            <a:ext cx="384351" cy="58561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E1F6A215-2F85-DDA9-3971-E7201CDB2122}"/>
              </a:ext>
            </a:extLst>
          </p:cNvPr>
          <p:cNvCxnSpPr>
            <a:cxnSpLocks/>
            <a:stCxn id="172" idx="0"/>
            <a:endCxn id="8" idx="2"/>
          </p:cNvCxnSpPr>
          <p:nvPr/>
        </p:nvCxnSpPr>
        <p:spPr>
          <a:xfrm flipV="1">
            <a:off x="5722795" y="3366493"/>
            <a:ext cx="387665" cy="57231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DD422EB-64BF-94D2-D0E7-3EC6A20F392C}"/>
              </a:ext>
            </a:extLst>
          </p:cNvPr>
          <p:cNvCxnSpPr>
            <a:cxnSpLocks/>
            <a:stCxn id="173" idx="0"/>
            <a:endCxn id="8" idx="2"/>
          </p:cNvCxnSpPr>
          <p:nvPr/>
        </p:nvCxnSpPr>
        <p:spPr>
          <a:xfrm flipH="1" flipV="1">
            <a:off x="6110459" y="3366494"/>
            <a:ext cx="828492" cy="56621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59C6CA49-CDDC-FBBE-0CB2-48711A39B66D}"/>
              </a:ext>
            </a:extLst>
          </p:cNvPr>
          <p:cNvCxnSpPr>
            <a:cxnSpLocks/>
            <a:stCxn id="167" idx="0"/>
            <a:endCxn id="11" idx="2"/>
          </p:cNvCxnSpPr>
          <p:nvPr/>
        </p:nvCxnSpPr>
        <p:spPr>
          <a:xfrm flipH="1" flipV="1">
            <a:off x="7500111" y="3372265"/>
            <a:ext cx="693981" cy="586828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FFAB018F-C7D2-F678-A6DC-0C6C69D18A8B}"/>
              </a:ext>
            </a:extLst>
          </p:cNvPr>
          <p:cNvSpPr txBox="1"/>
          <p:nvPr/>
        </p:nvSpPr>
        <p:spPr>
          <a:xfrm>
            <a:off x="3943083" y="4530757"/>
            <a:ext cx="1088902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/>
              <a:t>temp20.csv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08E428BF-BFE3-9F66-E174-095684CD0E43}"/>
              </a:ext>
            </a:extLst>
          </p:cNvPr>
          <p:cNvSpPr txBox="1"/>
          <p:nvPr/>
        </p:nvSpPr>
        <p:spPr>
          <a:xfrm>
            <a:off x="3943414" y="4703444"/>
            <a:ext cx="1503686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/>
              <a:t>temp20Meta.csv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DFD6D4-AA22-18D7-A90E-624353146BBA}"/>
              </a:ext>
            </a:extLst>
          </p:cNvPr>
          <p:cNvSpPr txBox="1"/>
          <p:nvPr/>
        </p:nvSpPr>
        <p:spPr>
          <a:xfrm>
            <a:off x="3940061" y="4872646"/>
            <a:ext cx="1088902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/>
              <a:t>temp50.csv</a:t>
            </a: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CC2DCE49-65CB-6DD4-EE5E-C3A03AC99AB8}"/>
              </a:ext>
            </a:extLst>
          </p:cNvPr>
          <p:cNvSpPr txBox="1"/>
          <p:nvPr/>
        </p:nvSpPr>
        <p:spPr>
          <a:xfrm>
            <a:off x="3940392" y="5045332"/>
            <a:ext cx="1503686" cy="326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9" dirty="0"/>
              <a:t>temp50Meta.csv</a:t>
            </a:r>
          </a:p>
        </p:txBody>
      </p:sp>
    </p:spTree>
    <p:extLst>
      <p:ext uri="{BB962C8B-B14F-4D97-AF65-F5344CB8AC3E}">
        <p14:creationId xmlns:p14="http://schemas.microsoft.com/office/powerpoint/2010/main" val="3202882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4232</TotalTime>
  <Words>199</Words>
  <Application>Microsoft Macintosh PowerPoint</Application>
  <PresentationFormat>Custom</PresentationFormat>
  <Paragraphs>95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Verdana</vt:lpstr>
      <vt:lpstr>Office 2013 - 2022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</dc:creator>
  <cp:lastModifiedBy>Beem-Miller, Jeffrey</cp:lastModifiedBy>
  <cp:revision>11</cp:revision>
  <dcterms:created xsi:type="dcterms:W3CDTF">2024-03-26T15:30:56Z</dcterms:created>
  <dcterms:modified xsi:type="dcterms:W3CDTF">2025-11-15T10:38:01Z</dcterms:modified>
</cp:coreProperties>
</file>